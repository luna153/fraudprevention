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9"/>
  </p:notesMasterIdLst>
  <p:handoutMasterIdLst>
    <p:handoutMasterId r:id="rId10"/>
  </p:handoutMasterIdLst>
  <p:sldIdLst>
    <p:sldId id="2275" r:id="rId2"/>
    <p:sldId id="2273" r:id="rId3"/>
    <p:sldId id="2266" r:id="rId4"/>
    <p:sldId id="2270" r:id="rId5"/>
    <p:sldId id="2276" r:id="rId6"/>
    <p:sldId id="2277" r:id="rId7"/>
    <p:sldId id="2272" r:id="rId8"/>
  </p:sldIdLst>
  <p:sldSz cx="11949113" cy="6721475"/>
  <p:notesSz cx="6807200" cy="9939338"/>
  <p:custDataLst>
    <p:tags r:id="rId11"/>
  </p:custDataLst>
  <p:defaultTextStyle>
    <a:defPPr>
      <a:defRPr lang="en-US"/>
    </a:defPPr>
    <a:lvl1pPr algn="l" rtl="0" fontAlgn="base">
      <a:spcBef>
        <a:spcPct val="0"/>
      </a:spcBef>
      <a:spcAft>
        <a:spcPct val="0"/>
      </a:spcAft>
      <a:defRPr sz="4000" b="1" kern="1200">
        <a:solidFill>
          <a:schemeClr val="tx1"/>
        </a:solidFill>
        <a:latin typeface="Arial" charset="0"/>
        <a:ea typeface="华文楷体" pitchFamily="2" charset="-122"/>
        <a:cs typeface="+mn-cs"/>
      </a:defRPr>
    </a:lvl1pPr>
    <a:lvl2pPr marL="457200" algn="l" rtl="0" fontAlgn="base">
      <a:spcBef>
        <a:spcPct val="0"/>
      </a:spcBef>
      <a:spcAft>
        <a:spcPct val="0"/>
      </a:spcAft>
      <a:defRPr sz="4000" b="1" kern="1200">
        <a:solidFill>
          <a:schemeClr val="tx1"/>
        </a:solidFill>
        <a:latin typeface="Arial" charset="0"/>
        <a:ea typeface="华文楷体" pitchFamily="2" charset="-122"/>
        <a:cs typeface="+mn-cs"/>
      </a:defRPr>
    </a:lvl2pPr>
    <a:lvl3pPr marL="914400" algn="l" rtl="0" fontAlgn="base">
      <a:spcBef>
        <a:spcPct val="0"/>
      </a:spcBef>
      <a:spcAft>
        <a:spcPct val="0"/>
      </a:spcAft>
      <a:defRPr sz="4000" b="1" kern="1200">
        <a:solidFill>
          <a:schemeClr val="tx1"/>
        </a:solidFill>
        <a:latin typeface="Arial" charset="0"/>
        <a:ea typeface="华文楷体" pitchFamily="2" charset="-122"/>
        <a:cs typeface="+mn-cs"/>
      </a:defRPr>
    </a:lvl3pPr>
    <a:lvl4pPr marL="1371600" algn="l" rtl="0" fontAlgn="base">
      <a:spcBef>
        <a:spcPct val="0"/>
      </a:spcBef>
      <a:spcAft>
        <a:spcPct val="0"/>
      </a:spcAft>
      <a:defRPr sz="4000" b="1" kern="1200">
        <a:solidFill>
          <a:schemeClr val="tx1"/>
        </a:solidFill>
        <a:latin typeface="Arial" charset="0"/>
        <a:ea typeface="华文楷体" pitchFamily="2" charset="-122"/>
        <a:cs typeface="+mn-cs"/>
      </a:defRPr>
    </a:lvl4pPr>
    <a:lvl5pPr marL="1828800" algn="l" rtl="0" fontAlgn="base">
      <a:spcBef>
        <a:spcPct val="0"/>
      </a:spcBef>
      <a:spcAft>
        <a:spcPct val="0"/>
      </a:spcAft>
      <a:defRPr sz="4000" b="1" kern="1200">
        <a:solidFill>
          <a:schemeClr val="tx1"/>
        </a:solidFill>
        <a:latin typeface="Arial" charset="0"/>
        <a:ea typeface="华文楷体" pitchFamily="2" charset="-122"/>
        <a:cs typeface="+mn-cs"/>
      </a:defRPr>
    </a:lvl5pPr>
    <a:lvl6pPr marL="2286000" algn="l" defTabSz="914400" rtl="0" eaLnBrk="1" latinLnBrk="0" hangingPunct="1">
      <a:defRPr sz="4000" b="1" kern="1200">
        <a:solidFill>
          <a:schemeClr val="tx1"/>
        </a:solidFill>
        <a:latin typeface="Arial" charset="0"/>
        <a:ea typeface="华文楷体" pitchFamily="2" charset="-122"/>
        <a:cs typeface="+mn-cs"/>
      </a:defRPr>
    </a:lvl6pPr>
    <a:lvl7pPr marL="2743200" algn="l" defTabSz="914400" rtl="0" eaLnBrk="1" latinLnBrk="0" hangingPunct="1">
      <a:defRPr sz="4000" b="1" kern="1200">
        <a:solidFill>
          <a:schemeClr val="tx1"/>
        </a:solidFill>
        <a:latin typeface="Arial" charset="0"/>
        <a:ea typeface="华文楷体" pitchFamily="2" charset="-122"/>
        <a:cs typeface="+mn-cs"/>
      </a:defRPr>
    </a:lvl7pPr>
    <a:lvl8pPr marL="3200400" algn="l" defTabSz="914400" rtl="0" eaLnBrk="1" latinLnBrk="0" hangingPunct="1">
      <a:defRPr sz="4000" b="1" kern="1200">
        <a:solidFill>
          <a:schemeClr val="tx1"/>
        </a:solidFill>
        <a:latin typeface="Arial" charset="0"/>
        <a:ea typeface="华文楷体" pitchFamily="2" charset="-122"/>
        <a:cs typeface="+mn-cs"/>
      </a:defRPr>
    </a:lvl8pPr>
    <a:lvl9pPr marL="3657600" algn="l" defTabSz="914400" rtl="0" eaLnBrk="1" latinLnBrk="0" hangingPunct="1">
      <a:defRPr sz="4000" b="1" kern="1200">
        <a:solidFill>
          <a:schemeClr val="tx1"/>
        </a:solidFill>
        <a:latin typeface="Arial" charset="0"/>
        <a:ea typeface="华文楷体" pitchFamily="2" charset="-122"/>
        <a:cs typeface="+mn-cs"/>
      </a:defRPr>
    </a:lvl9pPr>
  </p:defaultTextStyle>
  <p:extLst>
    <p:ext uri="{EFAFB233-063F-42B5-8137-9DF3F51BA10A}">
      <p15:sldGuideLst xmlns:p15="http://schemas.microsoft.com/office/powerpoint/2012/main">
        <p15:guide id="1" orient="horz" pos="2185" userDrawn="1">
          <p15:clr>
            <a:srgbClr val="A4A3A4"/>
          </p15:clr>
        </p15:guide>
        <p15:guide id="2" pos="243" userDrawn="1">
          <p15:clr>
            <a:srgbClr val="A4A3A4"/>
          </p15:clr>
        </p15:guide>
      </p15:sldGuideLst>
    </p:ext>
    <p:ext uri="{2D200454-40CA-4A62-9FC3-DE9A4176ACB9}">
      <p15:notesGuideLst xmlns:p15="http://schemas.microsoft.com/office/powerpoint/2012/main">
        <p15:guide id="1" orient="horz" pos="3131" userDrawn="1">
          <p15:clr>
            <a:srgbClr val="A4A3A4"/>
          </p15:clr>
        </p15:guide>
        <p15:guide id="2" pos="214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50"/>
    <a:srgbClr val="FF0000"/>
    <a:srgbClr val="333333"/>
    <a:srgbClr val="FFFFFF"/>
    <a:srgbClr val="EEEFEF"/>
    <a:srgbClr val="FF69C1"/>
    <a:srgbClr val="E6E6E6"/>
    <a:srgbClr val="D84E9D"/>
    <a:srgbClr val="D6B1CB"/>
    <a:srgbClr val="EF5C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64" autoAdjust="0"/>
    <p:restoredTop sz="86706" autoAdjust="0"/>
  </p:normalViewPr>
  <p:slideViewPr>
    <p:cSldViewPr snapToGrid="0">
      <p:cViewPr>
        <p:scale>
          <a:sx n="66" d="100"/>
          <a:sy n="66" d="100"/>
        </p:scale>
        <p:origin x="2736" y="822"/>
      </p:cViewPr>
      <p:guideLst>
        <p:guide orient="horz" pos="2185"/>
        <p:guide pos="24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67" d="100"/>
          <a:sy n="67" d="100"/>
        </p:scale>
        <p:origin x="-756" y="-102"/>
      </p:cViewPr>
      <p:guideLst>
        <p:guide orient="horz" pos="3131"/>
        <p:guide pos="2143"/>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52119" cy="497444"/>
          </a:xfrm>
          <a:prstGeom prst="rect">
            <a:avLst/>
          </a:prstGeom>
          <a:noFill/>
          <a:ln w="9525">
            <a:noFill/>
            <a:miter lim="800000"/>
            <a:headEnd/>
            <a:tailEnd/>
          </a:ln>
          <a:effectLst/>
        </p:spPr>
        <p:txBody>
          <a:bodyPr vert="horz" wrap="square" lIns="99054" tIns="49526" rIns="99054" bIns="49526" numCol="1" anchor="t" anchorCtr="0" compatLnSpc="1">
            <a:prstTxWarp prst="textNoShape">
              <a:avLst/>
            </a:prstTxWarp>
          </a:bodyPr>
          <a:lstStyle>
            <a:lvl1pPr defTabSz="990200">
              <a:defRPr sz="1200" b="0">
                <a:latin typeface="Times New Roman" charset="0"/>
                <a:ea typeface="新細明體" pitchFamily="18" charset="-120"/>
              </a:defRPr>
            </a:lvl1pPr>
          </a:lstStyle>
          <a:p>
            <a:pPr>
              <a:defRPr/>
            </a:pPr>
            <a:endParaRPr lang="en-US" altLang="zh-TW"/>
          </a:p>
        </p:txBody>
      </p:sp>
      <p:sp>
        <p:nvSpPr>
          <p:cNvPr id="7171" name="Rectangle 3"/>
          <p:cNvSpPr>
            <a:spLocks noGrp="1" noChangeArrowheads="1"/>
          </p:cNvSpPr>
          <p:nvPr>
            <p:ph type="dt" sz="quarter" idx="1"/>
          </p:nvPr>
        </p:nvSpPr>
        <p:spPr bwMode="auto">
          <a:xfrm>
            <a:off x="3855083" y="0"/>
            <a:ext cx="2952118" cy="497444"/>
          </a:xfrm>
          <a:prstGeom prst="rect">
            <a:avLst/>
          </a:prstGeom>
          <a:noFill/>
          <a:ln w="9525">
            <a:noFill/>
            <a:miter lim="800000"/>
            <a:headEnd/>
            <a:tailEnd/>
          </a:ln>
          <a:effectLst/>
        </p:spPr>
        <p:txBody>
          <a:bodyPr vert="horz" wrap="square" lIns="99054" tIns="49526" rIns="99054" bIns="49526" numCol="1" anchor="t" anchorCtr="0" compatLnSpc="1">
            <a:prstTxWarp prst="textNoShape">
              <a:avLst/>
            </a:prstTxWarp>
          </a:bodyPr>
          <a:lstStyle>
            <a:lvl1pPr algn="r" defTabSz="990200">
              <a:defRPr sz="1200" b="0">
                <a:latin typeface="Times New Roman" charset="0"/>
                <a:ea typeface="新細明體" pitchFamily="18" charset="-120"/>
              </a:defRPr>
            </a:lvl1pPr>
          </a:lstStyle>
          <a:p>
            <a:pPr>
              <a:defRPr/>
            </a:pPr>
            <a:fld id="{81C88EAB-EE0A-4154-B212-2925DF29A372}" type="datetime1">
              <a:rPr lang="zh-TW" altLang="en-US"/>
              <a:pPr>
                <a:defRPr/>
              </a:pPr>
              <a:t>2024/5/14</a:t>
            </a:fld>
            <a:endParaRPr lang="en-US" altLang="zh-TW"/>
          </a:p>
        </p:txBody>
      </p:sp>
      <p:sp>
        <p:nvSpPr>
          <p:cNvPr id="7172" name="Rectangle 4"/>
          <p:cNvSpPr>
            <a:spLocks noGrp="1" noChangeArrowheads="1"/>
          </p:cNvSpPr>
          <p:nvPr>
            <p:ph type="ftr" sz="quarter" idx="2"/>
          </p:nvPr>
        </p:nvSpPr>
        <p:spPr bwMode="auto">
          <a:xfrm>
            <a:off x="0" y="9441895"/>
            <a:ext cx="2952119" cy="497443"/>
          </a:xfrm>
          <a:prstGeom prst="rect">
            <a:avLst/>
          </a:prstGeom>
          <a:noFill/>
          <a:ln w="9525">
            <a:noFill/>
            <a:miter lim="800000"/>
            <a:headEnd/>
            <a:tailEnd/>
          </a:ln>
          <a:effectLst/>
        </p:spPr>
        <p:txBody>
          <a:bodyPr vert="horz" wrap="square" lIns="99054" tIns="49526" rIns="99054" bIns="49526" numCol="1" anchor="b" anchorCtr="0" compatLnSpc="1">
            <a:prstTxWarp prst="textNoShape">
              <a:avLst/>
            </a:prstTxWarp>
          </a:bodyPr>
          <a:lstStyle>
            <a:lvl1pPr defTabSz="990200">
              <a:defRPr sz="1200" b="0">
                <a:latin typeface="Times New Roman" charset="0"/>
                <a:ea typeface="新細明體" pitchFamily="18" charset="-120"/>
              </a:defRPr>
            </a:lvl1pPr>
          </a:lstStyle>
          <a:p>
            <a:pPr>
              <a:defRPr/>
            </a:pPr>
            <a:r>
              <a:rPr lang="zh-TW" altLang="en-US"/>
              <a:t>20060726 STCv1</a:t>
            </a:r>
            <a:endParaRPr lang="en-US" altLang="zh-TW"/>
          </a:p>
        </p:txBody>
      </p:sp>
      <p:sp>
        <p:nvSpPr>
          <p:cNvPr id="7173" name="Rectangle 5"/>
          <p:cNvSpPr>
            <a:spLocks noGrp="1" noChangeArrowheads="1"/>
          </p:cNvSpPr>
          <p:nvPr>
            <p:ph type="sldNum" sz="quarter" idx="3"/>
          </p:nvPr>
        </p:nvSpPr>
        <p:spPr bwMode="auto">
          <a:xfrm>
            <a:off x="3855083" y="9441895"/>
            <a:ext cx="2952118" cy="497443"/>
          </a:xfrm>
          <a:prstGeom prst="rect">
            <a:avLst/>
          </a:prstGeom>
          <a:noFill/>
          <a:ln w="9525">
            <a:noFill/>
            <a:miter lim="800000"/>
            <a:headEnd/>
            <a:tailEnd/>
          </a:ln>
          <a:effectLst/>
        </p:spPr>
        <p:txBody>
          <a:bodyPr vert="horz" wrap="square" lIns="99054" tIns="49526" rIns="99054" bIns="49526" numCol="1" anchor="b" anchorCtr="0" compatLnSpc="1">
            <a:prstTxWarp prst="textNoShape">
              <a:avLst/>
            </a:prstTxWarp>
          </a:bodyPr>
          <a:lstStyle>
            <a:lvl1pPr algn="r" defTabSz="990200">
              <a:defRPr sz="1200" b="0">
                <a:latin typeface="Times New Roman" charset="0"/>
                <a:ea typeface="新細明體" pitchFamily="18" charset="-120"/>
              </a:defRPr>
            </a:lvl1pPr>
          </a:lstStyle>
          <a:p>
            <a:pPr>
              <a:defRPr/>
            </a:pPr>
            <a:fld id="{21C6206E-F53A-43CF-8083-2B602C0BB7D5}" type="slidenum">
              <a:rPr lang="zh-TW" altLang="en-US"/>
              <a:pPr>
                <a:defRPr/>
              </a:pPr>
              <a:t>‹#›</a:t>
            </a:fld>
            <a:endParaRPr lang="en-US" altLang="zh-TW"/>
          </a:p>
        </p:txBody>
      </p:sp>
    </p:spTree>
    <p:extLst>
      <p:ext uri="{BB962C8B-B14F-4D97-AF65-F5344CB8AC3E}">
        <p14:creationId xmlns:p14="http://schemas.microsoft.com/office/powerpoint/2010/main" val="810698500"/>
      </p:ext>
    </p:extLst>
  </p:cSld>
  <p:clrMap bg1="lt1" tx1="dk1" bg2="lt2" tx2="dk2" accent1="accent1" accent2="accent2" accent3="accent3" accent4="accent4" accent5="accent5" accent6="accent6" hlink="hlink" folHlink="folHlink"/>
  <p:hf sldNum="0"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4"/>
          <p:cNvSpPr>
            <a:spLocks noGrp="1" noRot="1" noChangeAspect="1" noChangeArrowheads="1" noTextEdit="1"/>
          </p:cNvSpPr>
          <p:nvPr>
            <p:ph type="sldImg" idx="2"/>
          </p:nvPr>
        </p:nvSpPr>
        <p:spPr bwMode="auto">
          <a:xfrm>
            <a:off x="-4167188" y="1281113"/>
            <a:ext cx="15097126" cy="849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5125" name="Rectangle 5"/>
          <p:cNvSpPr>
            <a:spLocks noGrp="1" noChangeArrowheads="1"/>
          </p:cNvSpPr>
          <p:nvPr>
            <p:ph type="body" sz="quarter" idx="3"/>
          </p:nvPr>
        </p:nvSpPr>
        <p:spPr bwMode="auto">
          <a:xfrm>
            <a:off x="815529" y="367123"/>
            <a:ext cx="5653060" cy="32898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altLang="zh-TW" noProof="0"/>
              <a:t>Click to edit Master text styles</a:t>
            </a:r>
          </a:p>
        </p:txBody>
      </p:sp>
      <p:sp>
        <p:nvSpPr>
          <p:cNvPr id="5126" name="doc id"/>
          <p:cNvSpPr>
            <a:spLocks noGrp="1" noChangeArrowheads="1"/>
          </p:cNvSpPr>
          <p:nvPr>
            <p:ph type="ftr" sz="quarter" idx="4"/>
          </p:nvPr>
        </p:nvSpPr>
        <p:spPr bwMode="auto">
          <a:xfrm>
            <a:off x="5797419" y="112103"/>
            <a:ext cx="804707" cy="12311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lgn="r" defTabSz="990200">
              <a:defRPr sz="800" b="0">
                <a:latin typeface="Arial" charset="0"/>
                <a:ea typeface="新細明體" pitchFamily="18" charset="-120"/>
              </a:defRPr>
            </a:lvl1pPr>
          </a:lstStyle>
          <a:p>
            <a:pPr>
              <a:defRPr/>
            </a:pPr>
            <a:r>
              <a:rPr lang="en-US" altLang="zh-TW"/>
              <a:t>20060726 STCv1</a:t>
            </a:r>
            <a:endParaRPr lang="zh-TW" altLang="en-US"/>
          </a:p>
        </p:txBody>
      </p:sp>
      <p:sp>
        <p:nvSpPr>
          <p:cNvPr id="5127" name="pg num"/>
          <p:cNvSpPr>
            <a:spLocks noGrp="1" noChangeArrowheads="1"/>
          </p:cNvSpPr>
          <p:nvPr>
            <p:ph type="sldNum" sz="quarter" idx="5"/>
          </p:nvPr>
        </p:nvSpPr>
        <p:spPr bwMode="auto">
          <a:xfrm>
            <a:off x="6060029" y="9557912"/>
            <a:ext cx="542097" cy="184356"/>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r" defTabSz="990200">
              <a:defRPr sz="1200" b="0">
                <a:latin typeface="Arial" charset="0"/>
                <a:ea typeface="新細明體" pitchFamily="18" charset="-120"/>
              </a:defRPr>
            </a:lvl1pPr>
          </a:lstStyle>
          <a:p>
            <a:pPr>
              <a:defRPr/>
            </a:pPr>
            <a:fld id="{B1E6EC91-7DF2-43D3-8AD2-388AEE0713B1}" type="slidenum">
              <a:rPr lang="zh-TW" altLang="en-US"/>
              <a:pPr>
                <a:defRPr/>
              </a:pPr>
              <a:t>‹#›</a:t>
            </a:fld>
            <a:endParaRPr lang="en-US" altLang="zh-TW"/>
          </a:p>
        </p:txBody>
      </p:sp>
      <p:sp>
        <p:nvSpPr>
          <p:cNvPr id="2" name="McK Separator" hidden="1"/>
          <p:cNvSpPr>
            <a:spLocks noChangeShapeType="1"/>
          </p:cNvSpPr>
          <p:nvPr/>
        </p:nvSpPr>
        <p:spPr bwMode="auto">
          <a:xfrm>
            <a:off x="815530" y="1511403"/>
            <a:ext cx="520475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1550" tIns="45775" rIns="91550" bIns="45775"/>
          <a:lstStyle/>
          <a:p>
            <a:endParaRPr lang="zh-TW" altLang="en-US"/>
          </a:p>
        </p:txBody>
      </p:sp>
    </p:spTree>
    <p:extLst>
      <p:ext uri="{BB962C8B-B14F-4D97-AF65-F5344CB8AC3E}">
        <p14:creationId xmlns:p14="http://schemas.microsoft.com/office/powerpoint/2010/main" val="2244334656"/>
      </p:ext>
    </p:extLst>
  </p:cSld>
  <p:clrMap bg1="lt1" tx1="dk1" bg2="lt2" tx2="dk2" accent1="accent1" accent2="accent2" accent3="accent3" accent4="accent4" accent5="accent5" accent6="accent6" hlink="hlink" folHlink="folHlink"/>
  <p:hf sldNum="0" hdr="0"/>
  <p:notesStyle>
    <a:lvl1pPr algn="l" rtl="0" eaLnBrk="0" fontAlgn="base" hangingPunct="0">
      <a:lnSpc>
        <a:spcPct val="90000"/>
      </a:lnSpc>
      <a:spcBef>
        <a:spcPct val="30000"/>
      </a:spcBef>
      <a:spcAft>
        <a:spcPct val="0"/>
      </a:spcAft>
      <a:defRPr sz="1600" b="1" kern="1200">
        <a:solidFill>
          <a:schemeClr val="tx1"/>
        </a:solidFill>
        <a:latin typeface="Arial"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確認主標題、放大鏡內命名</a:t>
            </a:r>
          </a:p>
        </p:txBody>
      </p:sp>
      <p:sp>
        <p:nvSpPr>
          <p:cNvPr id="4" name="頁尾版面配置區 3"/>
          <p:cNvSpPr>
            <a:spLocks noGrp="1"/>
          </p:cNvSpPr>
          <p:nvPr>
            <p:ph type="ftr" sz="quarter" idx="4"/>
          </p:nvPr>
        </p:nvSpPr>
        <p:spPr/>
        <p:txBody>
          <a:bodyPr/>
          <a:lstStyle/>
          <a:p>
            <a:pPr>
              <a:defRPr/>
            </a:pPr>
            <a:r>
              <a:rPr lang="en-US" altLang="zh-TW"/>
              <a:t>20060726 STCv1</a:t>
            </a:r>
            <a:endParaRPr lang="zh-TW" altLang="en-US"/>
          </a:p>
        </p:txBody>
      </p:sp>
    </p:spTree>
    <p:extLst>
      <p:ext uri="{BB962C8B-B14F-4D97-AF65-F5344CB8AC3E}">
        <p14:creationId xmlns:p14="http://schemas.microsoft.com/office/powerpoint/2010/main" val="2389239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確認主標題、放大鏡內命名</a:t>
            </a:r>
          </a:p>
        </p:txBody>
      </p:sp>
      <p:sp>
        <p:nvSpPr>
          <p:cNvPr id="4" name="頁尾版面配置區 3"/>
          <p:cNvSpPr>
            <a:spLocks noGrp="1"/>
          </p:cNvSpPr>
          <p:nvPr>
            <p:ph type="ftr" sz="quarter" idx="4"/>
          </p:nvPr>
        </p:nvSpPr>
        <p:spPr/>
        <p:txBody>
          <a:bodyPr/>
          <a:lstStyle/>
          <a:p>
            <a:pPr>
              <a:defRPr/>
            </a:pPr>
            <a:r>
              <a:rPr lang="en-US" altLang="zh-TW"/>
              <a:t>20060726 STCv1</a:t>
            </a:r>
            <a:endParaRPr lang="zh-TW" altLang="en-US"/>
          </a:p>
        </p:txBody>
      </p:sp>
    </p:spTree>
    <p:extLst>
      <p:ext uri="{BB962C8B-B14F-4D97-AF65-F5344CB8AC3E}">
        <p14:creationId xmlns:p14="http://schemas.microsoft.com/office/powerpoint/2010/main" val="1249371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確認主標題、放大鏡內命名</a:t>
            </a:r>
          </a:p>
        </p:txBody>
      </p:sp>
      <p:sp>
        <p:nvSpPr>
          <p:cNvPr id="4" name="頁尾版面配置區 3"/>
          <p:cNvSpPr>
            <a:spLocks noGrp="1"/>
          </p:cNvSpPr>
          <p:nvPr>
            <p:ph type="ftr" sz="quarter" idx="4"/>
          </p:nvPr>
        </p:nvSpPr>
        <p:spPr/>
        <p:txBody>
          <a:bodyPr/>
          <a:lstStyle/>
          <a:p>
            <a:pPr>
              <a:defRPr/>
            </a:pPr>
            <a:r>
              <a:rPr lang="en-US" altLang="zh-TW"/>
              <a:t>20060726 STCv1</a:t>
            </a:r>
            <a:endParaRPr lang="zh-TW" altLang="en-US"/>
          </a:p>
        </p:txBody>
      </p:sp>
    </p:spTree>
    <p:extLst>
      <p:ext uri="{BB962C8B-B14F-4D97-AF65-F5344CB8AC3E}">
        <p14:creationId xmlns:p14="http://schemas.microsoft.com/office/powerpoint/2010/main" val="127735010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標題投影片">
    <p:spTree>
      <p:nvGrpSpPr>
        <p:cNvPr id="1" name=""/>
        <p:cNvGrpSpPr/>
        <p:nvPr/>
      </p:nvGrpSpPr>
      <p:grpSpPr>
        <a:xfrm>
          <a:off x="0" y="0"/>
          <a:ext cx="0" cy="0"/>
          <a:chOff x="0" y="0"/>
          <a:chExt cx="0" cy="0"/>
        </a:xfrm>
      </p:grpSpPr>
      <p:grpSp>
        <p:nvGrpSpPr>
          <p:cNvPr id="5" name="McK Title Elements"/>
          <p:cNvGrpSpPr>
            <a:grpSpLocks/>
          </p:cNvGrpSpPr>
          <p:nvPr userDrawn="1"/>
        </p:nvGrpSpPr>
        <p:grpSpPr bwMode="auto">
          <a:xfrm>
            <a:off x="3520173" y="2139950"/>
            <a:ext cx="6703779" cy="4510088"/>
            <a:chOff x="1663" y="1348"/>
            <a:chExt cx="3167" cy="2841"/>
          </a:xfrm>
        </p:grpSpPr>
        <p:sp>
          <p:nvSpPr>
            <p:cNvPr id="6" name="McK Confidential" hidden="1"/>
            <p:cNvSpPr txBox="1">
              <a:spLocks noChangeArrowheads="1"/>
            </p:cNvSpPr>
            <p:nvPr userDrawn="1"/>
          </p:nvSpPr>
          <p:spPr bwMode="auto">
            <a:xfrm>
              <a:off x="1663" y="1348"/>
              <a:ext cx="93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a:ea typeface="新細明體" charset="-120"/>
                </a:rPr>
                <a:t>CONFIDENTIAL</a:t>
              </a:r>
            </a:p>
          </p:txBody>
        </p:sp>
        <p:sp>
          <p:nvSpPr>
            <p:cNvPr id="7" name="McK Document" hidden="1"/>
            <p:cNvSpPr txBox="1">
              <a:spLocks noChangeArrowheads="1"/>
            </p:cNvSpPr>
            <p:nvPr userDrawn="1"/>
          </p:nvSpPr>
          <p:spPr bwMode="auto">
            <a:xfrm>
              <a:off x="1663" y="3047"/>
              <a:ext cx="316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a:ea typeface="新細明體" charset="-120"/>
                </a:rPr>
                <a:t>Document</a:t>
              </a:r>
            </a:p>
          </p:txBody>
        </p:sp>
        <p:sp>
          <p:nvSpPr>
            <p:cNvPr id="8" name="McK Date" hidden="1"/>
            <p:cNvSpPr txBox="1">
              <a:spLocks noChangeArrowheads="1"/>
            </p:cNvSpPr>
            <p:nvPr userDrawn="1"/>
          </p:nvSpPr>
          <p:spPr bwMode="auto">
            <a:xfrm>
              <a:off x="1663" y="3216"/>
              <a:ext cx="316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a:ea typeface="新細明體" charset="-120"/>
                </a:rPr>
                <a:t>Date</a:t>
              </a:r>
            </a:p>
          </p:txBody>
        </p:sp>
        <p:sp>
          <p:nvSpPr>
            <p:cNvPr id="9" name="McK Disclaimer" hidden="1"/>
            <p:cNvSpPr>
              <a:spLocks noChangeArrowheads="1"/>
            </p:cNvSpPr>
            <p:nvPr userDrawn="1">
              <p:custDataLst>
                <p:tags r:id="rId1"/>
              </p:custDataLst>
            </p:nvPr>
          </p:nvSpPr>
          <p:spPr bwMode="auto">
            <a:xfrm>
              <a:off x="1663" y="3840"/>
              <a:ext cx="2303"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804863" eaLnBrk="0" hangingPunct="0">
                <a:defRPr sz="4000" b="1">
                  <a:solidFill>
                    <a:schemeClr val="tx1"/>
                  </a:solidFill>
                  <a:latin typeface="Arial" charset="0"/>
                  <a:ea typeface="华文楷体" pitchFamily="2" charset="-122"/>
                </a:defRPr>
              </a:lvl1pPr>
              <a:lvl2pPr marL="742950" indent="-285750" defTabSz="804863" eaLnBrk="0" hangingPunct="0">
                <a:defRPr sz="4000" b="1">
                  <a:solidFill>
                    <a:schemeClr val="tx1"/>
                  </a:solidFill>
                  <a:latin typeface="Arial" charset="0"/>
                  <a:ea typeface="华文楷体" pitchFamily="2" charset="-122"/>
                </a:defRPr>
              </a:lvl2pPr>
              <a:lvl3pPr marL="1143000" indent="-228600" defTabSz="804863" eaLnBrk="0" hangingPunct="0">
                <a:defRPr sz="4000" b="1">
                  <a:solidFill>
                    <a:schemeClr val="tx1"/>
                  </a:solidFill>
                  <a:latin typeface="Arial" charset="0"/>
                  <a:ea typeface="华文楷体" pitchFamily="2" charset="-122"/>
                </a:defRPr>
              </a:lvl3pPr>
              <a:lvl4pPr marL="1600200" indent="-228600" defTabSz="804863" eaLnBrk="0" hangingPunct="0">
                <a:defRPr sz="4000" b="1">
                  <a:solidFill>
                    <a:schemeClr val="tx1"/>
                  </a:solidFill>
                  <a:latin typeface="Arial" charset="0"/>
                  <a:ea typeface="华文楷体" pitchFamily="2" charset="-122"/>
                </a:defRPr>
              </a:lvl4pPr>
              <a:lvl5pPr marL="2057400" indent="-228600" defTabSz="804863" eaLnBrk="0" hangingPunct="0">
                <a:defRPr sz="4000" b="1">
                  <a:solidFill>
                    <a:schemeClr val="tx1"/>
                  </a:solidFill>
                  <a:latin typeface="Arial" charset="0"/>
                  <a:ea typeface="华文楷体" pitchFamily="2" charset="-122"/>
                </a:defRPr>
              </a:lvl5pPr>
              <a:lvl6pPr marL="2514600" indent="-228600" defTabSz="804863"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defTabSz="804863"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defTabSz="804863"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defTabSz="804863" eaLnBrk="0" fontAlgn="base" hangingPunct="0">
                <a:spcBef>
                  <a:spcPct val="0"/>
                </a:spcBef>
                <a:spcAft>
                  <a:spcPct val="0"/>
                </a:spcAft>
                <a:defRPr sz="4000" b="1">
                  <a:solidFill>
                    <a:schemeClr val="tx1"/>
                  </a:solidFill>
                  <a:latin typeface="Arial" charset="0"/>
                  <a:ea typeface="华文楷体" pitchFamily="2" charset="-122"/>
                </a:defRPr>
              </a:lvl9pPr>
            </a:lstStyle>
            <a:p>
              <a:pPr>
                <a:defRPr/>
              </a:pPr>
              <a:r>
                <a:rPr lang="en-US" altLang="zh-TW" sz="900" b="0">
                  <a:ea typeface="新細明體" charset="-120"/>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p>
          </p:txBody>
        </p:sp>
      </p:grpSp>
      <p:sp>
        <p:nvSpPr>
          <p:cNvPr id="10" name="Line 197"/>
          <p:cNvSpPr>
            <a:spLocks noChangeShapeType="1"/>
          </p:cNvSpPr>
          <p:nvPr userDrawn="1"/>
        </p:nvSpPr>
        <p:spPr bwMode="auto">
          <a:xfrm>
            <a:off x="1111300" y="2970213"/>
            <a:ext cx="9830235"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4000">
              <a:latin typeface="微軟正黑體" panose="020B0604030504040204" pitchFamily="34" charset="-120"/>
              <a:ea typeface="微軟正黑體" panose="020B0604030504040204" pitchFamily="34" charset="-120"/>
            </a:endParaRPr>
          </a:p>
        </p:txBody>
      </p:sp>
      <p:sp>
        <p:nvSpPr>
          <p:cNvPr id="15" name="標題 1"/>
          <p:cNvSpPr>
            <a:spLocks noGrp="1"/>
          </p:cNvSpPr>
          <p:nvPr>
            <p:ph type="title"/>
          </p:nvPr>
        </p:nvSpPr>
        <p:spPr>
          <a:xfrm>
            <a:off x="2079903" y="2259106"/>
            <a:ext cx="7996871" cy="703262"/>
          </a:xfrm>
          <a:prstGeom prst="rect">
            <a:avLst/>
          </a:prstGeom>
        </p:spPr>
        <p:txBody>
          <a:bodyPr anchor="ctr"/>
          <a:lstStyle>
            <a:lvl1pPr algn="ctr">
              <a:defRPr sz="360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
        <p:nvSpPr>
          <p:cNvPr id="19" name="文字版面配置區 3"/>
          <p:cNvSpPr>
            <a:spLocks noGrp="1"/>
          </p:cNvSpPr>
          <p:nvPr>
            <p:ph type="body" sz="half" idx="2"/>
          </p:nvPr>
        </p:nvSpPr>
        <p:spPr>
          <a:xfrm>
            <a:off x="3066066" y="4400365"/>
            <a:ext cx="6372818" cy="548154"/>
          </a:xfrm>
          <a:prstGeom prst="rect">
            <a:avLst/>
          </a:prstGeom>
        </p:spPr>
        <p:txBody>
          <a:bodyPr anchor="ctr"/>
          <a:lstStyle>
            <a:lvl1pPr marL="0" indent="0" algn="ctr">
              <a:buNone/>
              <a:defRPr sz="2800" b="1">
                <a:latin typeface="微軟正黑體" panose="020B0604030504040204" pitchFamily="34" charset="-120"/>
                <a:ea typeface="微軟正黑體" panose="020B0604030504040204" pitchFamily="34" charset="-12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20" name="文字版面配置區 3"/>
          <p:cNvSpPr>
            <a:spLocks noGrp="1"/>
          </p:cNvSpPr>
          <p:nvPr>
            <p:ph type="body" sz="half" idx="10"/>
          </p:nvPr>
        </p:nvSpPr>
        <p:spPr>
          <a:xfrm>
            <a:off x="3711555" y="5472955"/>
            <a:ext cx="5020457" cy="406681"/>
          </a:xfrm>
          <a:prstGeom prst="rect">
            <a:avLst/>
          </a:prstGeom>
        </p:spPr>
        <p:txBody>
          <a:bodyPr anchor="ctr"/>
          <a:lstStyle>
            <a:lvl1pPr marL="0" indent="0" algn="ctr">
              <a:buNone/>
              <a:defRPr sz="1600" b="1">
                <a:latin typeface="微軟正黑體" panose="020B0604030504040204" pitchFamily="34" charset="-120"/>
                <a:ea typeface="微軟正黑體" panose="020B0604030504040204" pitchFamily="34" charset="-12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12" name="矩形 9">
            <a:extLst>
              <a:ext uri="{FF2B5EF4-FFF2-40B4-BE49-F238E27FC236}">
                <a16:creationId xmlns:a16="http://schemas.microsoft.com/office/drawing/2014/main" id="{C49153D8-EE6D-4D27-86FE-B38230D90C48}"/>
              </a:ext>
            </a:extLst>
          </p:cNvPr>
          <p:cNvSpPr>
            <a:spLocks noChangeArrowheads="1"/>
          </p:cNvSpPr>
          <p:nvPr userDrawn="1"/>
        </p:nvSpPr>
        <p:spPr bwMode="auto">
          <a:xfrm>
            <a:off x="16935" y="6470902"/>
            <a:ext cx="520723" cy="22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1000"/>
              </a:lnSpc>
              <a:defRPr/>
            </a:pPr>
            <a:fld id="{B24A712F-B284-4871-8CF9-DC6E056DBACF}" type="slidenum">
              <a:rPr lang="en-US" altLang="zh-TW" sz="1200" b="0" smtClean="0">
                <a:ea typeface="微軟正黑體" pitchFamily="34" charset="-120"/>
              </a:rPr>
              <a:pPr algn="ctr" eaLnBrk="1" hangingPunct="1">
                <a:lnSpc>
                  <a:spcPts val="1000"/>
                </a:lnSpc>
                <a:defRPr/>
              </a:pPr>
              <a:t>‹#›</a:t>
            </a:fld>
            <a:endParaRPr lang="en-US" altLang="zh-TW" sz="1200" b="0">
              <a:ea typeface="微軟正黑體" pitchFamily="34" charset="-120"/>
            </a:endParaRPr>
          </a:p>
        </p:txBody>
      </p:sp>
      <p:pic>
        <p:nvPicPr>
          <p:cNvPr id="3" name="圖片 2">
            <a:extLst>
              <a:ext uri="{FF2B5EF4-FFF2-40B4-BE49-F238E27FC236}">
                <a16:creationId xmlns:a16="http://schemas.microsoft.com/office/drawing/2014/main" id="{1229A1A4-1A3F-439A-A3A5-B9989F49093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4852" y="293095"/>
            <a:ext cx="1785770" cy="556780"/>
          </a:xfrm>
          <a:prstGeom prst="rect">
            <a:avLst/>
          </a:prstGeom>
        </p:spPr>
      </p:pic>
    </p:spTree>
    <p:extLst>
      <p:ext uri="{BB962C8B-B14F-4D97-AF65-F5344CB8AC3E}">
        <p14:creationId xmlns:p14="http://schemas.microsoft.com/office/powerpoint/2010/main" val="3700806302"/>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只有標題">
    <p:spTree>
      <p:nvGrpSpPr>
        <p:cNvPr id="1" name=""/>
        <p:cNvGrpSpPr/>
        <p:nvPr/>
      </p:nvGrpSpPr>
      <p:grpSpPr>
        <a:xfrm>
          <a:off x="0" y="0"/>
          <a:ext cx="0" cy="0"/>
          <a:chOff x="0" y="0"/>
          <a:chExt cx="0" cy="0"/>
        </a:xfrm>
      </p:grpSpPr>
      <p:sp>
        <p:nvSpPr>
          <p:cNvPr id="5" name="標題 1"/>
          <p:cNvSpPr>
            <a:spLocks noGrp="1"/>
          </p:cNvSpPr>
          <p:nvPr>
            <p:ph type="title"/>
          </p:nvPr>
        </p:nvSpPr>
        <p:spPr>
          <a:xfrm>
            <a:off x="358605" y="147918"/>
            <a:ext cx="11116727" cy="622580"/>
          </a:xfrm>
          <a:prstGeom prst="rect">
            <a:avLst/>
          </a:prstGeom>
        </p:spPr>
        <p:txBody>
          <a:bodyPr anchor="ctr"/>
          <a:lstStyle>
            <a:lvl1pPr algn="l">
              <a:defRPr sz="3200" b="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3332627295"/>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標題及物件">
    <p:spTree>
      <p:nvGrpSpPr>
        <p:cNvPr id="1" name=""/>
        <p:cNvGrpSpPr/>
        <p:nvPr/>
      </p:nvGrpSpPr>
      <p:grpSpPr>
        <a:xfrm>
          <a:off x="0" y="0"/>
          <a:ext cx="0" cy="0"/>
          <a:chOff x="0" y="0"/>
          <a:chExt cx="0" cy="0"/>
        </a:xfrm>
      </p:grpSpPr>
      <p:sp>
        <p:nvSpPr>
          <p:cNvPr id="5" name="標題 1"/>
          <p:cNvSpPr>
            <a:spLocks noGrp="1"/>
          </p:cNvSpPr>
          <p:nvPr>
            <p:ph type="title"/>
          </p:nvPr>
        </p:nvSpPr>
        <p:spPr>
          <a:xfrm>
            <a:off x="358605" y="147918"/>
            <a:ext cx="11116727" cy="622580"/>
          </a:xfrm>
          <a:prstGeom prst="rect">
            <a:avLst/>
          </a:prstGeom>
        </p:spPr>
        <p:txBody>
          <a:bodyPr anchor="ctr"/>
          <a:lstStyle>
            <a:lvl1pPr algn="l">
              <a:defRPr sz="3200" b="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
        <p:nvSpPr>
          <p:cNvPr id="3" name="內容版面配置區 2"/>
          <p:cNvSpPr>
            <a:spLocks noGrp="1"/>
          </p:cNvSpPr>
          <p:nvPr>
            <p:ph sz="quarter" idx="10"/>
          </p:nvPr>
        </p:nvSpPr>
        <p:spPr>
          <a:xfrm>
            <a:off x="397951" y="889000"/>
            <a:ext cx="11110876" cy="5365750"/>
          </a:xfrm>
          <a:prstGeom prst="rect">
            <a:avLst/>
          </a:prstGeom>
        </p:spPr>
        <p:txBody>
          <a:bodyPr/>
          <a:lstStyle>
            <a:lvl1pPr>
              <a:spcBef>
                <a:spcPts val="0"/>
              </a:spcBef>
              <a:spcAft>
                <a:spcPts val="600"/>
              </a:spcAft>
              <a:defRPr sz="2400">
                <a:latin typeface="微軟正黑體" panose="020B0604030504040204" pitchFamily="34" charset="-120"/>
                <a:ea typeface="微軟正黑體" panose="020B0604030504040204" pitchFamily="34" charset="-120"/>
                <a:cs typeface="Arial" panose="020B0604020202020204" pitchFamily="34" charset="0"/>
              </a:defRPr>
            </a:lvl1pPr>
            <a:lvl2pPr marL="144463" indent="-142875">
              <a:spcBef>
                <a:spcPts val="0"/>
              </a:spcBef>
              <a:spcAft>
                <a:spcPts val="600"/>
              </a:spcAft>
              <a:buFont typeface="Wingdings" panose="05000000000000000000" pitchFamily="2" charset="2"/>
              <a:buChar char="n"/>
              <a:defRPr sz="2000">
                <a:latin typeface="微軟正黑體" panose="020B0604030504040204" pitchFamily="34" charset="-120"/>
                <a:ea typeface="微軟正黑體" panose="020B0604030504040204" pitchFamily="34" charset="-120"/>
                <a:cs typeface="Arial" panose="020B0604020202020204" pitchFamily="34" charset="0"/>
              </a:defRPr>
            </a:lvl2pPr>
            <a:lvl3pPr marL="295275" indent="-149225">
              <a:spcBef>
                <a:spcPts val="0"/>
              </a:spcBef>
              <a:spcAft>
                <a:spcPts val="600"/>
              </a:spcAft>
              <a:buFont typeface="Wingdings" panose="05000000000000000000" pitchFamily="2" charset="2"/>
              <a:buChar char="l"/>
              <a:defRPr sz="1800">
                <a:latin typeface="微軟正黑體" panose="020B0604030504040204" pitchFamily="34" charset="-120"/>
                <a:ea typeface="微軟正黑體" panose="020B0604030504040204" pitchFamily="34" charset="-120"/>
                <a:cs typeface="Arial" panose="020B0604020202020204" pitchFamily="34" charset="0"/>
              </a:defRPr>
            </a:lvl3pPr>
            <a:lvl4pPr marL="431800" indent="-134938">
              <a:spcBef>
                <a:spcPts val="0"/>
              </a:spcBef>
              <a:spcAft>
                <a:spcPts val="600"/>
              </a:spcAft>
              <a:buFont typeface="Wingdings" panose="05000000000000000000" pitchFamily="2" charset="2"/>
              <a:buChar char="u"/>
              <a:defRPr sz="1600">
                <a:latin typeface="微軟正黑體" panose="020B0604030504040204" pitchFamily="34" charset="-120"/>
                <a:ea typeface="微軟正黑體" panose="020B0604030504040204" pitchFamily="34" charset="-120"/>
                <a:cs typeface="Arial" panose="020B0604020202020204" pitchFamily="34" charset="0"/>
              </a:defRPr>
            </a:lvl4pPr>
            <a:lvl5pPr marL="582613" indent="-149225">
              <a:spcBef>
                <a:spcPts val="0"/>
              </a:spcBef>
              <a:spcAft>
                <a:spcPts val="600"/>
              </a:spcAft>
              <a:buFont typeface="Arial" panose="020B0604020202020204" pitchFamily="34" charset="0"/>
              <a:buChar char="•"/>
              <a:defRPr sz="1400">
                <a:latin typeface="微軟正黑體" panose="020B0604030504040204" pitchFamily="34" charset="-120"/>
                <a:ea typeface="微軟正黑體" panose="020B0604030504040204" pitchFamily="34" charset="-120"/>
                <a:cs typeface="Arial" panose="020B0604020202020204" pitchFamily="34" charset="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Tree>
    <p:extLst>
      <p:ext uri="{BB962C8B-B14F-4D97-AF65-F5344CB8AC3E}">
        <p14:creationId xmlns:p14="http://schemas.microsoft.com/office/powerpoint/2010/main" val="3718463153"/>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
        <p:nvSpPr>
          <p:cNvPr id="4" name="內容版面配置區 3">
            <a:extLst>
              <a:ext uri="{FF2B5EF4-FFF2-40B4-BE49-F238E27FC236}">
                <a16:creationId xmlns:a16="http://schemas.microsoft.com/office/drawing/2014/main" id="{A8AE6801-0935-4DDB-9F1D-37BC2745F310}"/>
              </a:ext>
            </a:extLst>
          </p:cNvPr>
          <p:cNvSpPr>
            <a:spLocks noGrp="1"/>
          </p:cNvSpPr>
          <p:nvPr>
            <p:ph sz="quarter" idx="10"/>
          </p:nvPr>
        </p:nvSpPr>
        <p:spPr>
          <a:xfrm>
            <a:off x="301725" y="904875"/>
            <a:ext cx="5522470" cy="5345113"/>
          </a:xfrm>
          <a:prstGeom prst="rect">
            <a:avLst/>
          </a:prstGeom>
        </p:spPr>
        <p:txBody>
          <a:bodyPr/>
          <a:lstStyle>
            <a:lvl1pPr>
              <a:lnSpc>
                <a:spcPts val="2200"/>
              </a:lnSpc>
              <a:defRPr>
                <a:latin typeface="微軟正黑體" panose="020B0604030504040204" pitchFamily="34" charset="-120"/>
                <a:ea typeface="微軟正黑體" panose="020B0604030504040204" pitchFamily="34" charset="-120"/>
              </a:defRPr>
            </a:lvl1pPr>
            <a:lvl2pPr marL="144463" indent="-142875">
              <a:lnSpc>
                <a:spcPts val="2200"/>
              </a:lnSpc>
              <a:buFont typeface="Wingdings" panose="05000000000000000000" pitchFamily="2" charset="2"/>
              <a:buChar char="n"/>
              <a:defRPr>
                <a:latin typeface="微軟正黑體" panose="020B0604030504040204" pitchFamily="34" charset="-120"/>
                <a:ea typeface="微軟正黑體" panose="020B0604030504040204" pitchFamily="34" charset="-120"/>
              </a:defRPr>
            </a:lvl2pPr>
            <a:lvl3pPr marL="295275" indent="-149225">
              <a:lnSpc>
                <a:spcPts val="2200"/>
              </a:lnSpc>
              <a:buFont typeface="Wingdings" panose="05000000000000000000" pitchFamily="2" charset="2"/>
              <a:buChar char="l"/>
              <a:defRPr>
                <a:latin typeface="微軟正黑體" panose="020B0604030504040204" pitchFamily="34" charset="-120"/>
                <a:ea typeface="微軟正黑體" panose="020B0604030504040204" pitchFamily="34" charset="-120"/>
              </a:defRPr>
            </a:lvl3pPr>
            <a:lvl4pPr marL="431800" indent="-134938">
              <a:lnSpc>
                <a:spcPts val="2200"/>
              </a:lnSpc>
              <a:buFont typeface="Wingdings" panose="05000000000000000000" pitchFamily="2" charset="2"/>
              <a:buChar char="u"/>
              <a:defRPr>
                <a:latin typeface="微軟正黑體" panose="020B0604030504040204" pitchFamily="34" charset="-120"/>
                <a:ea typeface="微軟正黑體" panose="020B0604030504040204" pitchFamily="34" charset="-120"/>
              </a:defRPr>
            </a:lvl4pPr>
            <a:lvl5pPr>
              <a:lnSpc>
                <a:spcPts val="2200"/>
              </a:lnSpc>
              <a:defRPr>
                <a:latin typeface="微軟正黑體" panose="020B0604030504040204" pitchFamily="34" charset="-120"/>
                <a:ea typeface="微軟正黑體" panose="020B0604030504040204" pitchFamily="34" charset="-12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6" name="內容版面配置區 3">
            <a:extLst>
              <a:ext uri="{FF2B5EF4-FFF2-40B4-BE49-F238E27FC236}">
                <a16:creationId xmlns:a16="http://schemas.microsoft.com/office/drawing/2014/main" id="{C5A0BBB7-1B89-4C34-A1C9-9CEE207EB87D}"/>
              </a:ext>
            </a:extLst>
          </p:cNvPr>
          <p:cNvSpPr>
            <a:spLocks noGrp="1"/>
          </p:cNvSpPr>
          <p:nvPr>
            <p:ph sz="quarter" idx="11"/>
          </p:nvPr>
        </p:nvSpPr>
        <p:spPr>
          <a:xfrm>
            <a:off x="5991372" y="904875"/>
            <a:ext cx="5522470" cy="5345113"/>
          </a:xfrm>
          <a:prstGeom prst="rect">
            <a:avLst/>
          </a:prstGeom>
        </p:spPr>
        <p:txBody>
          <a:bodyPr/>
          <a:lstStyle>
            <a:lvl1pPr>
              <a:lnSpc>
                <a:spcPts val="2200"/>
              </a:lnSpc>
              <a:defRPr>
                <a:latin typeface="微軟正黑體" panose="020B0604030504040204" pitchFamily="34" charset="-120"/>
                <a:ea typeface="微軟正黑體" panose="020B0604030504040204" pitchFamily="34" charset="-120"/>
              </a:defRPr>
            </a:lvl1pPr>
            <a:lvl2pPr marL="144463" indent="-142875">
              <a:lnSpc>
                <a:spcPts val="2200"/>
              </a:lnSpc>
              <a:buFont typeface="Wingdings" panose="05000000000000000000" pitchFamily="2" charset="2"/>
              <a:buChar char="n"/>
              <a:defRPr>
                <a:latin typeface="微軟正黑體" panose="020B0604030504040204" pitchFamily="34" charset="-120"/>
                <a:ea typeface="微軟正黑體" panose="020B0604030504040204" pitchFamily="34" charset="-120"/>
              </a:defRPr>
            </a:lvl2pPr>
            <a:lvl3pPr marL="295275" indent="-149225">
              <a:lnSpc>
                <a:spcPts val="2200"/>
              </a:lnSpc>
              <a:buFont typeface="Wingdings" panose="05000000000000000000" pitchFamily="2" charset="2"/>
              <a:buChar char="l"/>
              <a:defRPr>
                <a:latin typeface="微軟正黑體" panose="020B0604030504040204" pitchFamily="34" charset="-120"/>
                <a:ea typeface="微軟正黑體" panose="020B0604030504040204" pitchFamily="34" charset="-120"/>
              </a:defRPr>
            </a:lvl3pPr>
            <a:lvl4pPr marL="431800" indent="-134938">
              <a:lnSpc>
                <a:spcPts val="2200"/>
              </a:lnSpc>
              <a:buFont typeface="Wingdings" panose="05000000000000000000" pitchFamily="2" charset="2"/>
              <a:buChar char="u"/>
              <a:defRPr>
                <a:latin typeface="微軟正黑體" panose="020B0604030504040204" pitchFamily="34" charset="-120"/>
                <a:ea typeface="微軟正黑體" panose="020B0604030504040204" pitchFamily="34" charset="-120"/>
              </a:defRPr>
            </a:lvl4pPr>
            <a:lvl5pPr>
              <a:lnSpc>
                <a:spcPts val="2200"/>
              </a:lnSpc>
              <a:defRPr>
                <a:latin typeface="微軟正黑體" panose="020B0604030504040204" pitchFamily="34" charset="-120"/>
                <a:ea typeface="微軟正黑體" panose="020B0604030504040204" pitchFamily="34" charset="-12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標題 1">
            <a:extLst>
              <a:ext uri="{FF2B5EF4-FFF2-40B4-BE49-F238E27FC236}">
                <a16:creationId xmlns:a16="http://schemas.microsoft.com/office/drawing/2014/main" id="{D4E2322C-141C-48C2-8177-7FDD2D4D7FD8}"/>
              </a:ext>
            </a:extLst>
          </p:cNvPr>
          <p:cNvSpPr>
            <a:spLocks noGrp="1"/>
          </p:cNvSpPr>
          <p:nvPr>
            <p:ph type="title"/>
          </p:nvPr>
        </p:nvSpPr>
        <p:spPr>
          <a:xfrm>
            <a:off x="358605" y="147918"/>
            <a:ext cx="11116727" cy="622580"/>
          </a:xfrm>
          <a:prstGeom prst="rect">
            <a:avLst/>
          </a:prstGeom>
        </p:spPr>
        <p:txBody>
          <a:bodyPr anchor="ctr"/>
          <a:lstStyle>
            <a:lvl1pPr algn="l">
              <a:defRPr sz="3200" b="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2840032455"/>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C6665AEB-59FE-4F24-9CB8-A4FB48FA899A}"/>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50806" y="6155362"/>
            <a:ext cx="4570242" cy="731880"/>
          </a:xfrm>
          <a:prstGeom prst="rect">
            <a:avLst/>
          </a:prstGeom>
        </p:spPr>
      </p:pic>
      <p:sp>
        <p:nvSpPr>
          <p:cNvPr id="1026" name="Line 197"/>
          <p:cNvSpPr>
            <a:spLocks noChangeShapeType="1"/>
          </p:cNvSpPr>
          <p:nvPr userDrawn="1"/>
        </p:nvSpPr>
        <p:spPr bwMode="auto">
          <a:xfrm>
            <a:off x="304814" y="792163"/>
            <a:ext cx="11248465"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4000"/>
          </a:p>
        </p:txBody>
      </p:sp>
      <p:sp>
        <p:nvSpPr>
          <p:cNvPr id="1027" name="矩形 9"/>
          <p:cNvSpPr>
            <a:spLocks noChangeArrowheads="1"/>
          </p:cNvSpPr>
          <p:nvPr userDrawn="1"/>
        </p:nvSpPr>
        <p:spPr bwMode="auto">
          <a:xfrm>
            <a:off x="16935" y="6438628"/>
            <a:ext cx="520723" cy="22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1000"/>
              </a:lnSpc>
              <a:defRPr/>
            </a:pPr>
            <a:fld id="{B24A712F-B284-4871-8CF9-DC6E056DBACF}" type="slidenum">
              <a:rPr lang="en-US" altLang="zh-TW" sz="1200" b="0" smtClean="0">
                <a:ea typeface="微軟正黑體" pitchFamily="34" charset="-120"/>
              </a:rPr>
              <a:pPr algn="ctr" eaLnBrk="1" hangingPunct="1">
                <a:lnSpc>
                  <a:spcPts val="1000"/>
                </a:lnSpc>
                <a:defRPr/>
              </a:pPr>
              <a:t>‹#›</a:t>
            </a:fld>
            <a:endParaRPr lang="en-US" altLang="zh-TW" sz="1200" b="0" dirty="0">
              <a:ea typeface="微軟正黑體" pitchFamily="34" charset="-120"/>
            </a:endParaRPr>
          </a:p>
        </p:txBody>
      </p:sp>
      <p:pic>
        <p:nvPicPr>
          <p:cNvPr id="3" name="圖片 2">
            <a:extLst>
              <a:ext uri="{FF2B5EF4-FFF2-40B4-BE49-F238E27FC236}">
                <a16:creationId xmlns:a16="http://schemas.microsoft.com/office/drawing/2014/main" id="{A94AB532-351A-4A3E-8D7A-03049FC8B5B3}"/>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9154756" y="6322740"/>
            <a:ext cx="2364050" cy="312671"/>
          </a:xfrm>
          <a:prstGeom prst="rect">
            <a:avLst/>
          </a:prstGeom>
        </p:spPr>
      </p:pic>
    </p:spTree>
  </p:cSld>
  <p:clrMap bg1="lt1" tx1="dk1" bg2="lt2" tx2="dk2" accent1="accent1" accent2="accent2" accent3="accent3" accent4="accent4" accent5="accent5" accent6="accent6" hlink="hlink" folHlink="folHlink"/>
  <p:sldLayoutIdLst>
    <p:sldLayoutId id="2147483705" r:id="rId1"/>
    <p:sldLayoutId id="2147483703" r:id="rId2"/>
    <p:sldLayoutId id="2147483704" r:id="rId3"/>
    <p:sldLayoutId id="2147483706" r:id="rId4"/>
  </p:sldLayoutIdLst>
  <p:transition spd="med"/>
  <p:hf hdr="0"/>
  <p:txStyles>
    <p:titleStyle>
      <a:lvl1pPr algn="l" defTabSz="895350" rtl="0" eaLnBrk="0" fontAlgn="base" hangingPunct="0">
        <a:spcBef>
          <a:spcPct val="0"/>
        </a:spcBef>
        <a:spcAft>
          <a:spcPct val="0"/>
        </a:spcAft>
        <a:defRPr sz="1900" b="1">
          <a:solidFill>
            <a:schemeClr val="tx2"/>
          </a:solidFill>
          <a:latin typeface="+mj-lt"/>
          <a:ea typeface="+mj-ea"/>
          <a:cs typeface="+mj-cs"/>
        </a:defRPr>
      </a:lvl1pPr>
      <a:lvl2pPr algn="l" defTabSz="895350" rtl="0" eaLnBrk="0" fontAlgn="base" hangingPunct="0">
        <a:spcBef>
          <a:spcPct val="0"/>
        </a:spcBef>
        <a:spcAft>
          <a:spcPct val="0"/>
        </a:spcAft>
        <a:defRPr sz="1900" b="1">
          <a:solidFill>
            <a:schemeClr val="tx2"/>
          </a:solidFill>
          <a:latin typeface="Arial" charset="0"/>
        </a:defRPr>
      </a:lvl2pPr>
      <a:lvl3pPr algn="l" defTabSz="895350" rtl="0" eaLnBrk="0" fontAlgn="base" hangingPunct="0">
        <a:spcBef>
          <a:spcPct val="0"/>
        </a:spcBef>
        <a:spcAft>
          <a:spcPct val="0"/>
        </a:spcAft>
        <a:defRPr sz="1900" b="1">
          <a:solidFill>
            <a:schemeClr val="tx2"/>
          </a:solidFill>
          <a:latin typeface="Arial" charset="0"/>
        </a:defRPr>
      </a:lvl3pPr>
      <a:lvl4pPr algn="l" defTabSz="895350" rtl="0" eaLnBrk="0" fontAlgn="base" hangingPunct="0">
        <a:spcBef>
          <a:spcPct val="0"/>
        </a:spcBef>
        <a:spcAft>
          <a:spcPct val="0"/>
        </a:spcAft>
        <a:defRPr sz="1900" b="1">
          <a:solidFill>
            <a:schemeClr val="tx2"/>
          </a:solidFill>
          <a:latin typeface="Arial" charset="0"/>
        </a:defRPr>
      </a:lvl4pPr>
      <a:lvl5pPr algn="l" defTabSz="895350" rtl="0" eaLnBrk="0" fontAlgn="base" hangingPunct="0">
        <a:spcBef>
          <a:spcPct val="0"/>
        </a:spcBef>
        <a:spcAft>
          <a:spcPct val="0"/>
        </a:spcAft>
        <a:defRPr sz="1900" b="1">
          <a:solidFill>
            <a:schemeClr val="tx2"/>
          </a:solidFill>
          <a:latin typeface="Arial" charset="0"/>
        </a:defRPr>
      </a:lvl5pPr>
      <a:lvl6pPr marL="457200" algn="l" defTabSz="895350" rtl="0" fontAlgn="base">
        <a:spcBef>
          <a:spcPct val="0"/>
        </a:spcBef>
        <a:spcAft>
          <a:spcPct val="0"/>
        </a:spcAft>
        <a:defRPr sz="1900" b="1">
          <a:solidFill>
            <a:schemeClr val="tx2"/>
          </a:solidFill>
          <a:latin typeface="Arial" charset="0"/>
        </a:defRPr>
      </a:lvl6pPr>
      <a:lvl7pPr marL="914400" algn="l" defTabSz="895350" rtl="0" fontAlgn="base">
        <a:spcBef>
          <a:spcPct val="0"/>
        </a:spcBef>
        <a:spcAft>
          <a:spcPct val="0"/>
        </a:spcAft>
        <a:defRPr sz="1900" b="1">
          <a:solidFill>
            <a:schemeClr val="tx2"/>
          </a:solidFill>
          <a:latin typeface="Arial" charset="0"/>
        </a:defRPr>
      </a:lvl7pPr>
      <a:lvl8pPr marL="1371600" algn="l" defTabSz="895350" rtl="0" fontAlgn="base">
        <a:spcBef>
          <a:spcPct val="0"/>
        </a:spcBef>
        <a:spcAft>
          <a:spcPct val="0"/>
        </a:spcAft>
        <a:defRPr sz="1900" b="1">
          <a:solidFill>
            <a:schemeClr val="tx2"/>
          </a:solidFill>
          <a:latin typeface="Arial" charset="0"/>
        </a:defRPr>
      </a:lvl8pPr>
      <a:lvl9pPr marL="1828800" algn="l" defTabSz="895350" rtl="0" fontAlgn="base">
        <a:spcBef>
          <a:spcPct val="0"/>
        </a:spcBef>
        <a:spcAft>
          <a:spcPct val="0"/>
        </a:spcAft>
        <a:defRPr sz="1900" b="1">
          <a:solidFill>
            <a:schemeClr val="tx2"/>
          </a:solidFill>
          <a:latin typeface="Arial" charset="0"/>
        </a:defRPr>
      </a:lvl9pPr>
    </p:titleStyle>
    <p:bodyStyle>
      <a:lvl1pPr algn="l" defTabSz="895350" rtl="0" eaLnBrk="0" fontAlgn="base" hangingPunct="0">
        <a:spcBef>
          <a:spcPct val="0"/>
        </a:spcBef>
        <a:spcAft>
          <a:spcPct val="0"/>
        </a:spcAft>
        <a:buSzPct val="120000"/>
        <a:defRPr sz="1600">
          <a:solidFill>
            <a:schemeClr val="tx1"/>
          </a:solidFill>
          <a:latin typeface="+mn-lt"/>
          <a:ea typeface="+mn-ea"/>
          <a:cs typeface="+mn-cs"/>
        </a:defRPr>
      </a:lvl1pPr>
      <a:lvl2pPr marL="144463" indent="-142875" algn="l" defTabSz="895350" rtl="0" eaLnBrk="0" fontAlgn="base" hangingPunct="0">
        <a:spcBef>
          <a:spcPct val="0"/>
        </a:spcBef>
        <a:spcAft>
          <a:spcPct val="0"/>
        </a:spcAft>
        <a:buSzPct val="120000"/>
        <a:buChar char="•"/>
        <a:defRPr sz="1600">
          <a:solidFill>
            <a:schemeClr val="tx1"/>
          </a:solidFill>
          <a:latin typeface="+mn-lt"/>
          <a:ea typeface="+mn-ea"/>
        </a:defRPr>
      </a:lvl2pPr>
      <a:lvl3pPr marL="295275" indent="-149225" algn="l" defTabSz="895350" rtl="0" eaLnBrk="0" fontAlgn="base" hangingPunct="0">
        <a:spcBef>
          <a:spcPct val="0"/>
        </a:spcBef>
        <a:spcAft>
          <a:spcPct val="0"/>
        </a:spcAft>
        <a:buChar char="–"/>
        <a:defRPr sz="1600">
          <a:solidFill>
            <a:schemeClr val="tx1"/>
          </a:solidFill>
          <a:latin typeface="+mn-lt"/>
          <a:ea typeface="+mn-ea"/>
        </a:defRPr>
      </a:lvl3pPr>
      <a:lvl4pPr marL="431800" indent="-134938" algn="l" defTabSz="895350" rtl="0" eaLnBrk="0" fontAlgn="base" hangingPunct="0">
        <a:spcBef>
          <a:spcPct val="0"/>
        </a:spcBef>
        <a:spcAft>
          <a:spcPct val="0"/>
        </a:spcAft>
        <a:buSzPct val="89000"/>
        <a:buChar char="•"/>
        <a:defRPr sz="1600">
          <a:solidFill>
            <a:schemeClr val="tx1"/>
          </a:solidFill>
          <a:latin typeface="+mn-lt"/>
          <a:ea typeface="+mn-ea"/>
        </a:defRPr>
      </a:lvl4pPr>
      <a:lvl5pPr marL="582613" indent="-149225" algn="l" defTabSz="895350" rtl="0" eaLnBrk="0" fontAlgn="base" hangingPunct="0">
        <a:spcBef>
          <a:spcPct val="0"/>
        </a:spcBef>
        <a:spcAft>
          <a:spcPct val="0"/>
        </a:spcAft>
        <a:buSzPct val="75000"/>
        <a:buChar char="–"/>
        <a:defRPr sz="1600">
          <a:solidFill>
            <a:schemeClr val="tx1"/>
          </a:solidFill>
          <a:latin typeface="+mn-lt"/>
          <a:ea typeface="+mn-ea"/>
        </a:defRPr>
      </a:lvl5pPr>
      <a:lvl6pPr marL="1039813" indent="-149225" algn="l" defTabSz="895350" rtl="0" fontAlgn="base">
        <a:spcBef>
          <a:spcPct val="0"/>
        </a:spcBef>
        <a:spcAft>
          <a:spcPct val="0"/>
        </a:spcAft>
        <a:buSzPct val="75000"/>
        <a:buChar char="–"/>
        <a:defRPr sz="1600">
          <a:solidFill>
            <a:schemeClr val="tx1"/>
          </a:solidFill>
          <a:latin typeface="+mn-lt"/>
          <a:ea typeface="+mn-ea"/>
        </a:defRPr>
      </a:lvl6pPr>
      <a:lvl7pPr marL="1497013" indent="-149225" algn="l" defTabSz="895350" rtl="0" fontAlgn="base">
        <a:spcBef>
          <a:spcPct val="0"/>
        </a:spcBef>
        <a:spcAft>
          <a:spcPct val="0"/>
        </a:spcAft>
        <a:buSzPct val="75000"/>
        <a:buChar char="–"/>
        <a:defRPr sz="1600">
          <a:solidFill>
            <a:schemeClr val="tx1"/>
          </a:solidFill>
          <a:latin typeface="+mn-lt"/>
          <a:ea typeface="+mn-ea"/>
        </a:defRPr>
      </a:lvl7pPr>
      <a:lvl8pPr marL="1954213" indent="-149225" algn="l" defTabSz="895350" rtl="0" fontAlgn="base">
        <a:spcBef>
          <a:spcPct val="0"/>
        </a:spcBef>
        <a:spcAft>
          <a:spcPct val="0"/>
        </a:spcAft>
        <a:buSzPct val="75000"/>
        <a:buChar char="–"/>
        <a:defRPr sz="1600">
          <a:solidFill>
            <a:schemeClr val="tx1"/>
          </a:solidFill>
          <a:latin typeface="+mn-lt"/>
          <a:ea typeface="+mn-ea"/>
        </a:defRPr>
      </a:lvl8pPr>
      <a:lvl9pPr marL="2411413" indent="-149225" algn="l" defTabSz="895350" rtl="0" fontAlgn="base">
        <a:spcBef>
          <a:spcPct val="0"/>
        </a:spcBef>
        <a:spcAft>
          <a:spcPct val="0"/>
        </a:spcAft>
        <a:buSzPct val="75000"/>
        <a:buChar char="–"/>
        <a:defRPr sz="16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ibranch.sinopac.com/" TargetMode="External"/><Relationship Id="rId4" Type="http://schemas.openxmlformats.org/officeDocument/2006/relationships/hyperlink" Target="https://global.sinopac.com/" TargetMode="External"/></Relationships>
</file>

<file path=ppt/slides/_rels/slide5.xml.rels><?xml version="1.0" encoding="UTF-8" standalone="yes"?>
<Relationships xmlns="http://schemas.openxmlformats.org/package/2006/relationships"><Relationship Id="rId8" Type="http://schemas.openxmlformats.org/officeDocument/2006/relationships/hyperlink" Target="https://www.facebook.com/SinoPacCareers" TargetMode="External"/><Relationship Id="rId3" Type="http://schemas.openxmlformats.org/officeDocument/2006/relationships/image" Target="../media/image7.png"/><Relationship Id="rId7" Type="http://schemas.openxmlformats.org/officeDocument/2006/relationships/hyperlink" Target="https://www.facebook.com/NCKUsinopacbk/" TargetMode="External"/><Relationship Id="rId12" Type="http://schemas.openxmlformats.org/officeDocument/2006/relationships/hyperlink" Target="https://www.youtube.com/user/mmasinopac"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www.facebook.com/BSIBsinopac/" TargetMode="External"/><Relationship Id="rId11" Type="http://schemas.openxmlformats.org/officeDocument/2006/relationships/hyperlink" Target="https://www.instagram.com/sinopac.card?igsh=bnNhb21xb3lrNW02" TargetMode="External"/><Relationship Id="rId5" Type="http://schemas.openxmlformats.org/officeDocument/2006/relationships/hyperlink" Target="https://www.facebook.com/SinoPac" TargetMode="External"/><Relationship Id="rId10" Type="http://schemas.openxmlformats.org/officeDocument/2006/relationships/hyperlink" Target="https://instagram.com/dawho.tw?igshid=1rzs2o66tcgvy" TargetMode="External"/><Relationship Id="rId4" Type="http://schemas.openxmlformats.org/officeDocument/2006/relationships/hyperlink" Target="https://lin.ee/mKcmEJy" TargetMode="External"/><Relationship Id="rId9" Type="http://schemas.openxmlformats.org/officeDocument/2006/relationships/hyperlink" Target="https://www.facebook.com/BankSinoPacVietnam"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moneywise.fsc.gov.tw/home.jsp?id=24&amp;parentpath=0&amp;type=2" TargetMode="External"/><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C7F84E85-A229-413E-97DA-8E222922118E}"/>
              </a:ext>
            </a:extLst>
          </p:cNvPr>
          <p:cNvSpPr>
            <a:spLocks noGrp="1"/>
          </p:cNvSpPr>
          <p:nvPr>
            <p:ph type="title"/>
          </p:nvPr>
        </p:nvSpPr>
        <p:spPr>
          <a:xfrm>
            <a:off x="2044392" y="2259106"/>
            <a:ext cx="7996871" cy="703262"/>
          </a:xfrm>
        </p:spPr>
        <p:txBody>
          <a:bodyPr/>
          <a:lstStyle/>
          <a:p>
            <a:pPr marL="0" marR="0" lvl="0" indent="0" defTabSz="914400" rtl="0" eaLnBrk="1" fontAlgn="base" latinLnBrk="0" hangingPunct="1">
              <a:lnSpc>
                <a:spcPts val="6500"/>
              </a:lnSpc>
              <a:spcBef>
                <a:spcPct val="0"/>
              </a:spcBef>
              <a:spcAft>
                <a:spcPct val="0"/>
              </a:spcAft>
              <a:tabLst/>
              <a:defRPr/>
            </a:pPr>
            <a:r>
              <a:rPr kumimoji="0" lang="zh-TW"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永豐</a:t>
            </a:r>
            <a:r>
              <a:rPr lang="zh-TW" altLang="en-US" sz="3200" kern="1200" dirty="0">
                <a:solidFill>
                  <a:prstClr val="black"/>
                </a:solidFill>
                <a:latin typeface="Microsoft YaHei" panose="020B0503020204020204" pitchFamily="34" charset="-122"/>
                <a:ea typeface="Microsoft YaHei" panose="020B0503020204020204" pitchFamily="34" charset="-122"/>
                <a:cs typeface="+mn-cs"/>
              </a:rPr>
              <a:t>防詐專區網頁切版調整</a:t>
            </a:r>
            <a:r>
              <a:rPr lang="en-US" altLang="zh-TW" sz="3200" kern="1200" dirty="0">
                <a:solidFill>
                  <a:prstClr val="black"/>
                </a:solidFill>
                <a:latin typeface="Microsoft YaHei" panose="020B0503020204020204" pitchFamily="34" charset="-122"/>
                <a:ea typeface="Microsoft YaHei" panose="020B0503020204020204" pitchFamily="34" charset="-122"/>
                <a:cs typeface="+mn-cs"/>
              </a:rPr>
              <a:t>(</a:t>
            </a:r>
            <a:r>
              <a:rPr lang="zh-TW" altLang="en-US" sz="3200" kern="1200" dirty="0">
                <a:solidFill>
                  <a:prstClr val="black"/>
                </a:solidFill>
                <a:latin typeface="Microsoft YaHei" panose="020B0503020204020204" pitchFamily="34" charset="-122"/>
                <a:ea typeface="Microsoft YaHei" panose="020B0503020204020204" pitchFamily="34" charset="-122"/>
                <a:cs typeface="+mn-cs"/>
              </a:rPr>
              <a:t>切版</a:t>
            </a:r>
            <a:r>
              <a:rPr lang="en-US" altLang="zh-TW" sz="3200" kern="1200" dirty="0">
                <a:solidFill>
                  <a:prstClr val="black"/>
                </a:solidFill>
                <a:latin typeface="Microsoft YaHei" panose="020B0503020204020204" pitchFamily="34" charset="-122"/>
                <a:ea typeface="Microsoft YaHei" panose="020B0503020204020204" pitchFamily="34" charset="-122"/>
                <a:cs typeface="+mn-cs"/>
              </a:rPr>
              <a:t>)</a:t>
            </a:r>
            <a:endParaRPr lang="zh-TW" altLang="en-US" sz="3200" kern="1200" dirty="0">
              <a:solidFill>
                <a:prstClr val="black"/>
              </a:solidFill>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2891076501"/>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83F4A62-15E2-7166-DD51-0CFC72D8B8F5}"/>
              </a:ext>
            </a:extLst>
          </p:cNvPr>
          <p:cNvSpPr>
            <a:spLocks noGrp="1"/>
          </p:cNvSpPr>
          <p:nvPr>
            <p:ph type="title"/>
          </p:nvPr>
        </p:nvSpPr>
        <p:spPr/>
        <p:txBody>
          <a:bodyPr/>
          <a:lstStyle/>
          <a:p>
            <a:r>
              <a:rPr lang="en-US" altLang="zh-TW" b="1" dirty="0"/>
              <a:t>Header</a:t>
            </a:r>
            <a:r>
              <a:rPr lang="zh-TW" altLang="en-US" b="1" dirty="0"/>
              <a:t>調整</a:t>
            </a:r>
          </a:p>
        </p:txBody>
      </p:sp>
      <p:sp>
        <p:nvSpPr>
          <p:cNvPr id="31" name="文字方塊 30">
            <a:extLst>
              <a:ext uri="{FF2B5EF4-FFF2-40B4-BE49-F238E27FC236}">
                <a16:creationId xmlns:a16="http://schemas.microsoft.com/office/drawing/2014/main" id="{144837B5-85D0-40BC-8C25-D2F9A01E37EC}"/>
              </a:ext>
            </a:extLst>
          </p:cNvPr>
          <p:cNvSpPr txBox="1"/>
          <p:nvPr/>
        </p:nvSpPr>
        <p:spPr>
          <a:xfrm>
            <a:off x="358605" y="927288"/>
            <a:ext cx="5096668" cy="923330"/>
          </a:xfrm>
          <a:prstGeom prst="rect">
            <a:avLst/>
          </a:prstGeom>
          <a:noFill/>
        </p:spPr>
        <p:txBody>
          <a:bodyPr wrap="square">
            <a:spAutoFit/>
          </a:bodyPr>
          <a:lstStyle/>
          <a:p>
            <a:r>
              <a:rPr lang="zh-TW" altLang="en-US" sz="1800" dirty="0">
                <a:latin typeface="微軟正黑體" panose="020B0604030504040204" pitchFamily="34" charset="-120"/>
                <a:ea typeface="微軟正黑體" panose="020B0604030504040204" pitchFamily="34" charset="-120"/>
              </a:rPr>
              <a:t>需求：正確識別、詐騙查詢</a:t>
            </a:r>
            <a:r>
              <a:rPr lang="en-US" altLang="zh-TW" sz="1800" dirty="0">
                <a:latin typeface="微軟正黑體" panose="020B0604030504040204" pitchFamily="34" charset="-120"/>
                <a:ea typeface="微軟正黑體" panose="020B0604030504040204" pitchFamily="34" charset="-120"/>
              </a:rPr>
              <a:t>Anchor</a:t>
            </a:r>
            <a:r>
              <a:rPr lang="zh-TW" altLang="en-US" sz="1800" dirty="0">
                <a:latin typeface="微軟正黑體" panose="020B0604030504040204" pitchFamily="34" charset="-120"/>
                <a:ea typeface="微軟正黑體" panose="020B0604030504040204" pitchFamily="34" charset="-120"/>
              </a:rPr>
              <a:t>處導連調換</a:t>
            </a:r>
            <a:endParaRPr lang="en-US" altLang="zh-TW" sz="1800" dirty="0">
              <a:latin typeface="微軟正黑體" panose="020B0604030504040204" pitchFamily="34" charset="-120"/>
              <a:ea typeface="微軟正黑體" panose="020B0604030504040204" pitchFamily="34" charset="-120"/>
            </a:endParaRPr>
          </a:p>
          <a:p>
            <a:r>
              <a:rPr lang="zh-TW" altLang="en-US" sz="1800" dirty="0">
                <a:latin typeface="微軟正黑體" panose="020B0604030504040204" pitchFamily="34" charset="-120"/>
                <a:ea typeface="微軟正黑體" panose="020B0604030504040204" pitchFamily="34" charset="-120"/>
              </a:rPr>
              <a:t>讓</a:t>
            </a:r>
            <a:r>
              <a:rPr lang="en-US" altLang="zh-TW" sz="1800" dirty="0">
                <a:latin typeface="微軟正黑體" panose="020B0604030504040204" pitchFamily="34" charset="-120"/>
                <a:ea typeface="微軟正黑體" panose="020B0604030504040204" pitchFamily="34" charset="-120"/>
              </a:rPr>
              <a:t>Anchor</a:t>
            </a:r>
            <a:r>
              <a:rPr lang="zh-TW" altLang="en-US" sz="1800" dirty="0">
                <a:latin typeface="微軟正黑體" panose="020B0604030504040204" pitchFamily="34" charset="-120"/>
                <a:ea typeface="微軟正黑體" panose="020B0604030504040204" pitchFamily="34" charset="-120"/>
              </a:rPr>
              <a:t>瀏覽排序由上到下呈現</a:t>
            </a:r>
            <a:endParaRPr lang="en-US" altLang="zh-TW" sz="1800" dirty="0">
              <a:latin typeface="微軟正黑體" panose="020B0604030504040204" pitchFamily="34" charset="-120"/>
              <a:ea typeface="微軟正黑體" panose="020B0604030504040204" pitchFamily="34" charset="-120"/>
            </a:endParaRPr>
          </a:p>
          <a:p>
            <a:endParaRPr lang="en-US" altLang="zh-TW" sz="1800" dirty="0">
              <a:latin typeface="微軟正黑體" panose="020B0604030504040204" pitchFamily="34" charset="-120"/>
              <a:ea typeface="微軟正黑體" panose="020B0604030504040204" pitchFamily="34" charset="-120"/>
            </a:endParaRPr>
          </a:p>
        </p:txBody>
      </p:sp>
      <p:pic>
        <p:nvPicPr>
          <p:cNvPr id="8" name="圖片 7">
            <a:extLst>
              <a:ext uri="{FF2B5EF4-FFF2-40B4-BE49-F238E27FC236}">
                <a16:creationId xmlns:a16="http://schemas.microsoft.com/office/drawing/2014/main" id="{C8CF0B71-79E9-7819-96A2-B8038EAAF5D4}"/>
              </a:ext>
            </a:extLst>
          </p:cNvPr>
          <p:cNvPicPr>
            <a:picLocks noChangeAspect="1"/>
          </p:cNvPicPr>
          <p:nvPr/>
        </p:nvPicPr>
        <p:blipFill>
          <a:blip r:embed="rId2"/>
          <a:stretch>
            <a:fillRect/>
          </a:stretch>
        </p:blipFill>
        <p:spPr>
          <a:xfrm>
            <a:off x="453855" y="2496950"/>
            <a:ext cx="6791325" cy="2661125"/>
          </a:xfrm>
          <a:prstGeom prst="rect">
            <a:avLst/>
          </a:prstGeom>
        </p:spPr>
      </p:pic>
      <p:sp>
        <p:nvSpPr>
          <p:cNvPr id="13" name="矩形 12">
            <a:extLst>
              <a:ext uri="{FF2B5EF4-FFF2-40B4-BE49-F238E27FC236}">
                <a16:creationId xmlns:a16="http://schemas.microsoft.com/office/drawing/2014/main" id="{C130438B-3BBF-6FEB-442F-405B17FAE453}"/>
              </a:ext>
            </a:extLst>
          </p:cNvPr>
          <p:cNvSpPr/>
          <p:nvPr/>
        </p:nvSpPr>
        <p:spPr bwMode="auto">
          <a:xfrm>
            <a:off x="5193506" y="2421659"/>
            <a:ext cx="435769" cy="36195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cxnSp>
        <p:nvCxnSpPr>
          <p:cNvPr id="17" name="直線單箭頭接點 16">
            <a:extLst>
              <a:ext uri="{FF2B5EF4-FFF2-40B4-BE49-F238E27FC236}">
                <a16:creationId xmlns:a16="http://schemas.microsoft.com/office/drawing/2014/main" id="{51818E66-846A-0A24-5666-ABAB9FB159DD}"/>
              </a:ext>
            </a:extLst>
          </p:cNvPr>
          <p:cNvCxnSpPr/>
          <p:nvPr/>
        </p:nvCxnSpPr>
        <p:spPr bwMode="auto">
          <a:xfrm>
            <a:off x="5591175" y="2783609"/>
            <a:ext cx="0" cy="33337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4" name="文字方塊 23">
            <a:extLst>
              <a:ext uri="{FF2B5EF4-FFF2-40B4-BE49-F238E27FC236}">
                <a16:creationId xmlns:a16="http://schemas.microsoft.com/office/drawing/2014/main" id="{5F871637-B208-9872-E44A-15BA5BA04522}"/>
              </a:ext>
            </a:extLst>
          </p:cNvPr>
          <p:cNvSpPr txBox="1"/>
          <p:nvPr/>
        </p:nvSpPr>
        <p:spPr>
          <a:xfrm>
            <a:off x="5425678" y="3181181"/>
            <a:ext cx="3171825" cy="646331"/>
          </a:xfrm>
          <a:prstGeom prst="rect">
            <a:avLst/>
          </a:prstGeom>
          <a:noFill/>
        </p:spPr>
        <p:txBody>
          <a:bodyPr wrap="square">
            <a:spAutoFit/>
          </a:bodyPr>
          <a:lstStyle/>
          <a:p>
            <a:r>
              <a:rPr lang="zh-TW" altLang="en-US" sz="1200" dirty="0"/>
              <a:t>https://bank.sinopac.com/sinopacBT/webevents/fraudprevention/#section-identify</a:t>
            </a:r>
          </a:p>
        </p:txBody>
      </p:sp>
      <p:sp>
        <p:nvSpPr>
          <p:cNvPr id="25" name="矩形 24">
            <a:extLst>
              <a:ext uri="{FF2B5EF4-FFF2-40B4-BE49-F238E27FC236}">
                <a16:creationId xmlns:a16="http://schemas.microsoft.com/office/drawing/2014/main" id="{D4564EF3-7EF4-684C-6EA4-69025C2EC85B}"/>
              </a:ext>
            </a:extLst>
          </p:cNvPr>
          <p:cNvSpPr/>
          <p:nvPr/>
        </p:nvSpPr>
        <p:spPr bwMode="auto">
          <a:xfrm>
            <a:off x="5667375" y="2410895"/>
            <a:ext cx="435769" cy="36195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cxnSp>
        <p:nvCxnSpPr>
          <p:cNvPr id="26" name="直線單箭頭接點 25">
            <a:extLst>
              <a:ext uri="{FF2B5EF4-FFF2-40B4-BE49-F238E27FC236}">
                <a16:creationId xmlns:a16="http://schemas.microsoft.com/office/drawing/2014/main" id="{A4527AC6-8D39-CF8F-C6F8-426806EDD6D0}"/>
              </a:ext>
            </a:extLst>
          </p:cNvPr>
          <p:cNvCxnSpPr>
            <a:cxnSpLocks/>
          </p:cNvCxnSpPr>
          <p:nvPr/>
        </p:nvCxnSpPr>
        <p:spPr bwMode="auto">
          <a:xfrm flipV="1">
            <a:off x="6069806" y="2236787"/>
            <a:ext cx="0" cy="17058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0" name="文字方塊 29">
            <a:extLst>
              <a:ext uri="{FF2B5EF4-FFF2-40B4-BE49-F238E27FC236}">
                <a16:creationId xmlns:a16="http://schemas.microsoft.com/office/drawing/2014/main" id="{5F66E52F-37E0-E96C-C4CE-075416888E3C}"/>
              </a:ext>
            </a:extLst>
          </p:cNvPr>
          <p:cNvSpPr txBox="1"/>
          <p:nvPr/>
        </p:nvSpPr>
        <p:spPr>
          <a:xfrm>
            <a:off x="5673328" y="1552810"/>
            <a:ext cx="2712244" cy="646331"/>
          </a:xfrm>
          <a:prstGeom prst="rect">
            <a:avLst/>
          </a:prstGeom>
          <a:noFill/>
        </p:spPr>
        <p:txBody>
          <a:bodyPr wrap="square">
            <a:spAutoFit/>
          </a:bodyPr>
          <a:lstStyle/>
          <a:p>
            <a:r>
              <a:rPr lang="zh-TW" altLang="en-US" sz="1200" dirty="0"/>
              <a:t>https://bank.sinopac.com/sinopacBT/webevents/fraudprevention/#section-help</a:t>
            </a:r>
          </a:p>
        </p:txBody>
      </p:sp>
    </p:spTree>
    <p:extLst>
      <p:ext uri="{BB962C8B-B14F-4D97-AF65-F5344CB8AC3E}">
        <p14:creationId xmlns:p14="http://schemas.microsoft.com/office/powerpoint/2010/main" val="345145547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83F4A62-15E2-7166-DD51-0CFC72D8B8F5}"/>
              </a:ext>
            </a:extLst>
          </p:cNvPr>
          <p:cNvSpPr>
            <a:spLocks noGrp="1"/>
          </p:cNvSpPr>
          <p:nvPr>
            <p:ph type="title"/>
          </p:nvPr>
        </p:nvSpPr>
        <p:spPr/>
        <p:txBody>
          <a:bodyPr/>
          <a:lstStyle/>
          <a:p>
            <a:r>
              <a:rPr lang="zh-TW" altLang="en-US" sz="3200" b="1" dirty="0">
                <a:latin typeface="微軟正黑體" panose="020B0604030504040204" pitchFamily="34" charset="-120"/>
                <a:ea typeface="微軟正黑體" panose="020B0604030504040204" pitchFamily="34" charset="-120"/>
              </a:rPr>
              <a:t>勇敢反詐快訊</a:t>
            </a:r>
            <a:endParaRPr lang="zh-TW" altLang="en-US" b="1" dirty="0"/>
          </a:p>
        </p:txBody>
      </p:sp>
      <p:graphicFrame>
        <p:nvGraphicFramePr>
          <p:cNvPr id="16" name="表格 15">
            <a:extLst>
              <a:ext uri="{FF2B5EF4-FFF2-40B4-BE49-F238E27FC236}">
                <a16:creationId xmlns:a16="http://schemas.microsoft.com/office/drawing/2014/main" id="{4C72DB84-A957-4E20-9282-29B50DF2FE68}"/>
              </a:ext>
            </a:extLst>
          </p:cNvPr>
          <p:cNvGraphicFramePr>
            <a:graphicFrameLocks noGrp="1"/>
          </p:cNvGraphicFramePr>
          <p:nvPr>
            <p:extLst>
              <p:ext uri="{D42A27DB-BD31-4B8C-83A1-F6EECF244321}">
                <p14:modId xmlns:p14="http://schemas.microsoft.com/office/powerpoint/2010/main" val="3327685141"/>
              </p:ext>
            </p:extLst>
          </p:nvPr>
        </p:nvGraphicFramePr>
        <p:xfrm>
          <a:off x="6471875" y="1504532"/>
          <a:ext cx="6513512" cy="2271811"/>
        </p:xfrm>
        <a:graphic>
          <a:graphicData uri="http://schemas.openxmlformats.org/drawingml/2006/table">
            <a:tbl>
              <a:tblPr firstRow="1" bandRow="1">
                <a:tableStyleId>{073A0DAA-6AF3-43AB-8588-CEC1D06C72B9}</a:tableStyleId>
              </a:tblPr>
              <a:tblGrid>
                <a:gridCol w="2947019">
                  <a:extLst>
                    <a:ext uri="{9D8B030D-6E8A-4147-A177-3AD203B41FA5}">
                      <a16:colId xmlns:a16="http://schemas.microsoft.com/office/drawing/2014/main" val="738268898"/>
                    </a:ext>
                  </a:extLst>
                </a:gridCol>
                <a:gridCol w="3566493">
                  <a:extLst>
                    <a:ext uri="{9D8B030D-6E8A-4147-A177-3AD203B41FA5}">
                      <a16:colId xmlns:a16="http://schemas.microsoft.com/office/drawing/2014/main" val="457494807"/>
                    </a:ext>
                  </a:extLst>
                </a:gridCol>
              </a:tblGrid>
              <a:tr h="370840">
                <a:tc>
                  <a:txBody>
                    <a:bodyPr/>
                    <a:lstStyle/>
                    <a:p>
                      <a:pPr algn="ctr"/>
                      <a:r>
                        <a:rPr lang="zh-TW" altLang="en-US" sz="1000" dirty="0">
                          <a:latin typeface="微軟正黑體" panose="020B0604030504040204" pitchFamily="34" charset="-120"/>
                          <a:ea typeface="微軟正黑體" panose="020B0604030504040204" pitchFamily="34" charset="-120"/>
                        </a:rPr>
                        <a:t>內容</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000" dirty="0">
                          <a:latin typeface="微軟正黑體" panose="020B0604030504040204" pitchFamily="34" charset="-120"/>
                          <a:ea typeface="微軟正黑體" panose="020B0604030504040204" pitchFamily="34" charset="-120"/>
                        </a:rPr>
                        <a:t>超連結設定</a:t>
                      </a:r>
                    </a:p>
                  </a:txBody>
                  <a:tcPr anchor="ctr"/>
                </a:tc>
                <a:extLst>
                  <a:ext uri="{0D108BD9-81ED-4DB2-BD59-A6C34878D82A}">
                    <a16:rowId xmlns:a16="http://schemas.microsoft.com/office/drawing/2014/main" val="2217639003"/>
                  </a:ext>
                </a:extLst>
              </a:tr>
              <a:tr h="410812">
                <a:tc>
                  <a:txBody>
                    <a:bodyPr/>
                    <a:lstStyle/>
                    <a:p>
                      <a:pPr algn="ctr"/>
                      <a:r>
                        <a:rPr lang="zh-TW" altLang="en-US" sz="1000" b="0" dirty="0">
                          <a:solidFill>
                            <a:schemeClr val="tx1"/>
                          </a:solidFill>
                          <a:latin typeface="微軟正黑體" panose="020B0604030504040204" pitchFamily="34" charset="-120"/>
                          <a:ea typeface="微軟正黑體" panose="020B0604030504040204" pitchFamily="34" charset="-120"/>
                        </a:rPr>
                        <a:t>本行未以「永豐商業金融」帳號名義邀請客戶申辦信用卡，請務必留意以免受騙！</a:t>
                      </a:r>
                      <a:endParaRPr lang="en-US" altLang="zh-TW" sz="1000" b="0" dirty="0">
                        <a:solidFill>
                          <a:schemeClr val="tx1"/>
                        </a:solidFill>
                        <a:latin typeface="微軟正黑體" panose="020B0604030504040204" pitchFamily="34" charset="-120"/>
                        <a:ea typeface="微軟正黑體" panose="020B0604030504040204" pitchFamily="34" charset="-120"/>
                      </a:endParaRPr>
                    </a:p>
                  </a:txBody>
                  <a:tcPr anchor="ctr"/>
                </a:tc>
                <a:tc>
                  <a:txBody>
                    <a:bodyPr/>
                    <a:lstStyle/>
                    <a:p>
                      <a:pPr algn="l"/>
                      <a:r>
                        <a:rPr lang="en-US" altLang="zh-TW" sz="1000" b="0" dirty="0">
                          <a:solidFill>
                            <a:schemeClr val="tx1"/>
                          </a:solidFill>
                          <a:latin typeface="微軟正黑體" panose="020B0604030504040204" pitchFamily="34" charset="-120"/>
                          <a:ea typeface="微軟正黑體" panose="020B0604030504040204" pitchFamily="34" charset="-120"/>
                        </a:rPr>
                        <a:t>https://bank.sinopac.com/sinopacBT/about/introduction/announcement/content/20240314160911358000000000000323.html</a:t>
                      </a:r>
                      <a:endParaRPr lang="zh-TW" altLang="en-US" sz="1000" b="0" dirty="0">
                        <a:solidFill>
                          <a:schemeClr val="tx1"/>
                        </a:solidFill>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4004302835"/>
                  </a:ext>
                </a:extLst>
              </a:tr>
              <a:tr h="437931">
                <a:tc>
                  <a:txBody>
                    <a:bodyPr/>
                    <a:lstStyle/>
                    <a:p>
                      <a:pPr marL="0" algn="ctr" defTabSz="914400" rtl="0" eaLnBrk="1" latinLnBrk="0" hangingPunct="1"/>
                      <a:r>
                        <a:rPr lang="zh-TW" altLang="en-US" sz="1000" b="0" kern="1200" dirty="0">
                          <a:solidFill>
                            <a:schemeClr val="tx1"/>
                          </a:solidFill>
                          <a:latin typeface="微軟正黑體" panose="020B0604030504040204" pitchFamily="34" charset="-120"/>
                          <a:ea typeface="微軟正黑體" panose="020B0604030504040204" pitchFamily="34" charset="-120"/>
                          <a:cs typeface="+mn-cs"/>
                        </a:rPr>
                        <a:t>請注意不肖人士冒用永豐銀行董事名義招攬投資及推廣虛假之「大戶投</a:t>
                      </a:r>
                      <a:r>
                        <a:rPr lang="en-US" altLang="zh-TW" sz="1000" b="0" kern="1200" dirty="0">
                          <a:solidFill>
                            <a:schemeClr val="tx1"/>
                          </a:solidFill>
                          <a:latin typeface="微軟正黑體" panose="020B0604030504040204" pitchFamily="34" charset="-120"/>
                          <a:ea typeface="微軟正黑體" panose="020B0604030504040204" pitchFamily="34" charset="-120"/>
                          <a:cs typeface="+mn-cs"/>
                        </a:rPr>
                        <a:t>APP</a:t>
                      </a:r>
                      <a:r>
                        <a:rPr lang="zh-TW" altLang="en-US" sz="1000" b="0" kern="1200" dirty="0">
                          <a:solidFill>
                            <a:schemeClr val="tx1"/>
                          </a:solidFill>
                          <a:latin typeface="微軟正黑體" panose="020B0604030504040204" pitchFamily="34" charset="-120"/>
                          <a:ea typeface="微軟正黑體" panose="020B0604030504040204" pitchFamily="34" charset="-120"/>
                          <a:cs typeface="+mn-cs"/>
                        </a:rPr>
                        <a:t>」</a:t>
                      </a:r>
                    </a:p>
                  </a:txBody>
                  <a:tcPr anchor="ctr"/>
                </a:tc>
                <a:tc>
                  <a:txBody>
                    <a:bodyPr/>
                    <a:lstStyle/>
                    <a:p>
                      <a:pPr marL="0" algn="l" defTabSz="914400" rtl="0" eaLnBrk="1" latinLnBrk="0" hangingPunct="1"/>
                      <a:r>
                        <a:rPr lang="en-US" altLang="zh-TW" sz="1000" b="0" kern="1200" dirty="0">
                          <a:solidFill>
                            <a:schemeClr val="tx1"/>
                          </a:solidFill>
                          <a:latin typeface="微軟正黑體" panose="020B0604030504040204" pitchFamily="34" charset="-120"/>
                          <a:ea typeface="微軟正黑體" panose="020B0604030504040204" pitchFamily="34" charset="-120"/>
                          <a:cs typeface="+mn-cs"/>
                        </a:rPr>
                        <a:t>https://bank.sinopac.com/sinopacBT/about/introduction/announcement/content/20240117090850271000000000000845.html</a:t>
                      </a:r>
                      <a:endParaRPr lang="zh-TW" altLang="en-US" sz="1000" b="0"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0" marB="0" anchor="ctr"/>
                </a:tc>
                <a:extLst>
                  <a:ext uri="{0D108BD9-81ED-4DB2-BD59-A6C34878D82A}">
                    <a16:rowId xmlns:a16="http://schemas.microsoft.com/office/drawing/2014/main" val="3184339657"/>
                  </a:ext>
                </a:extLst>
              </a:tr>
              <a:tr h="437931">
                <a:tc>
                  <a:txBody>
                    <a:bodyPr/>
                    <a:lstStyle/>
                    <a:p>
                      <a:pPr marL="0" algn="ctr" defTabSz="914400" rtl="0" eaLnBrk="1" latinLnBrk="0" hangingPunct="1"/>
                      <a:r>
                        <a:rPr lang="zh-TW" altLang="en-US" sz="1000" b="0" kern="1200" dirty="0">
                          <a:solidFill>
                            <a:schemeClr val="tx1"/>
                          </a:solidFill>
                          <a:latin typeface="微軟正黑體" panose="020B0604030504040204" pitchFamily="34" charset="-120"/>
                          <a:ea typeface="微軟正黑體" panose="020B0604030504040204" pitchFamily="34" charset="-120"/>
                          <a:cs typeface="+mn-cs"/>
                        </a:rPr>
                        <a:t>請注意不肖人士於網路上提供投資人偽造之永豐銀行「信託證明書」乙事，茲提醒投資人注意</a:t>
                      </a:r>
                    </a:p>
                  </a:txBody>
                  <a:tcPr anchor="ctr"/>
                </a:tc>
                <a:tc>
                  <a:txBody>
                    <a:bodyPr/>
                    <a:lstStyle/>
                    <a:p>
                      <a:pPr marL="0" algn="l" defTabSz="914400" rtl="0" eaLnBrk="1" latinLnBrk="0" hangingPunct="1"/>
                      <a:r>
                        <a:rPr lang="en-US" altLang="zh-TW" sz="1000" b="0" kern="1200" dirty="0">
                          <a:solidFill>
                            <a:schemeClr val="tx1"/>
                          </a:solidFill>
                          <a:latin typeface="微軟正黑體" panose="020B0604030504040204" pitchFamily="34" charset="-120"/>
                          <a:ea typeface="微軟正黑體" panose="020B0604030504040204" pitchFamily="34" charset="-120"/>
                          <a:cs typeface="+mn-cs"/>
                        </a:rPr>
                        <a:t>https://bank.sinopac.com/sinopacBT/about/introduction/announcement/content/20231205165356947000000000000251.html</a:t>
                      </a:r>
                      <a:endParaRPr lang="zh-TW" altLang="en-US" sz="1000" b="0"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0" marB="0" anchor="ctr"/>
                </a:tc>
                <a:extLst>
                  <a:ext uri="{0D108BD9-81ED-4DB2-BD59-A6C34878D82A}">
                    <a16:rowId xmlns:a16="http://schemas.microsoft.com/office/drawing/2014/main" val="2612370993"/>
                  </a:ext>
                </a:extLst>
              </a:tr>
              <a:tr h="437931">
                <a:tc>
                  <a:txBody>
                    <a:bodyPr/>
                    <a:lstStyle/>
                    <a:p>
                      <a:pPr marL="0" algn="ctr" defTabSz="914400" rtl="0" eaLnBrk="1" latinLnBrk="0" hangingPunct="1"/>
                      <a:r>
                        <a:rPr lang="zh-TW" altLang="en-US" sz="1000" b="0" kern="1200" dirty="0">
                          <a:solidFill>
                            <a:schemeClr val="tx1"/>
                          </a:solidFill>
                          <a:latin typeface="微軟正黑體" panose="020B0604030504040204" pitchFamily="34" charset="-120"/>
                          <a:ea typeface="微軟正黑體" panose="020B0604030504040204" pitchFamily="34" charset="-120"/>
                          <a:cs typeface="+mn-cs"/>
                        </a:rPr>
                        <a:t>更多資訊</a:t>
                      </a:r>
                    </a:p>
                  </a:txBody>
                  <a:tcPr anchor="ctr"/>
                </a:tc>
                <a:tc>
                  <a:txBody>
                    <a:bodyPr/>
                    <a:lstStyle/>
                    <a:p>
                      <a:pPr marL="0" algn="l" defTabSz="914400" rtl="0" eaLnBrk="1" latinLnBrk="0" hangingPunct="1"/>
                      <a:r>
                        <a:rPr lang="en-US" altLang="zh-TW" sz="1000" b="0" kern="1200" dirty="0">
                          <a:solidFill>
                            <a:schemeClr val="tx1"/>
                          </a:solidFill>
                          <a:latin typeface="微軟正黑體" panose="020B0604030504040204" pitchFamily="34" charset="-120"/>
                          <a:ea typeface="微軟正黑體" panose="020B0604030504040204" pitchFamily="34" charset="-120"/>
                          <a:cs typeface="+mn-cs"/>
                        </a:rPr>
                        <a:t>https://bank.sinopac.com/sinopacBT/about/introduction/announcement/content.html</a:t>
                      </a:r>
                      <a:endParaRPr lang="zh-TW" altLang="en-US" sz="1000" b="0"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0" marB="0" anchor="ctr"/>
                </a:tc>
                <a:extLst>
                  <a:ext uri="{0D108BD9-81ED-4DB2-BD59-A6C34878D82A}">
                    <a16:rowId xmlns:a16="http://schemas.microsoft.com/office/drawing/2014/main" val="2931572143"/>
                  </a:ext>
                </a:extLst>
              </a:tr>
            </a:tbl>
          </a:graphicData>
        </a:graphic>
      </p:graphicFrame>
      <p:pic>
        <p:nvPicPr>
          <p:cNvPr id="6" name="圖片 5">
            <a:extLst>
              <a:ext uri="{FF2B5EF4-FFF2-40B4-BE49-F238E27FC236}">
                <a16:creationId xmlns:a16="http://schemas.microsoft.com/office/drawing/2014/main" id="{7E05367D-5AAE-1881-D852-0FA5AD619444}"/>
              </a:ext>
            </a:extLst>
          </p:cNvPr>
          <p:cNvPicPr>
            <a:picLocks noChangeAspect="1"/>
          </p:cNvPicPr>
          <p:nvPr/>
        </p:nvPicPr>
        <p:blipFill>
          <a:blip r:embed="rId2"/>
          <a:stretch>
            <a:fillRect/>
          </a:stretch>
        </p:blipFill>
        <p:spPr>
          <a:xfrm>
            <a:off x="358605" y="1504532"/>
            <a:ext cx="5913265" cy="4741109"/>
          </a:xfrm>
          <a:prstGeom prst="rect">
            <a:avLst/>
          </a:prstGeom>
        </p:spPr>
      </p:pic>
      <p:sp>
        <p:nvSpPr>
          <p:cNvPr id="7" name="文字方塊 6">
            <a:extLst>
              <a:ext uri="{FF2B5EF4-FFF2-40B4-BE49-F238E27FC236}">
                <a16:creationId xmlns:a16="http://schemas.microsoft.com/office/drawing/2014/main" id="{121BEB69-4354-027D-B60C-2AF86AFF7FD9}"/>
              </a:ext>
            </a:extLst>
          </p:cNvPr>
          <p:cNvSpPr txBox="1"/>
          <p:nvPr/>
        </p:nvSpPr>
        <p:spPr>
          <a:xfrm>
            <a:off x="358605" y="870138"/>
            <a:ext cx="5096668" cy="369332"/>
          </a:xfrm>
          <a:prstGeom prst="rect">
            <a:avLst/>
          </a:prstGeom>
          <a:noFill/>
        </p:spPr>
        <p:txBody>
          <a:bodyPr wrap="square">
            <a:spAutoFit/>
          </a:bodyPr>
          <a:lstStyle/>
          <a:p>
            <a:r>
              <a:rPr lang="zh-TW" altLang="en-US" sz="1800" dirty="0">
                <a:latin typeface="微軟正黑體" panose="020B0604030504040204" pitchFamily="34" charset="-120"/>
                <a:ea typeface="微軟正黑體" panose="020B0604030504040204" pitchFamily="34" charset="-120"/>
              </a:rPr>
              <a:t>需求：對應各行文字，增設超連結，一共四組</a:t>
            </a:r>
            <a:endParaRPr lang="en-US" altLang="zh-TW" sz="1800" dirty="0">
              <a:latin typeface="微軟正黑體" panose="020B0604030504040204" pitchFamily="34" charset="-120"/>
              <a:ea typeface="微軟正黑體" panose="020B0604030504040204" pitchFamily="34" charset="-120"/>
            </a:endParaRPr>
          </a:p>
        </p:txBody>
      </p:sp>
      <p:cxnSp>
        <p:nvCxnSpPr>
          <p:cNvPr id="35" name="直線接點 34">
            <a:extLst>
              <a:ext uri="{FF2B5EF4-FFF2-40B4-BE49-F238E27FC236}">
                <a16:creationId xmlns:a16="http://schemas.microsoft.com/office/drawing/2014/main" id="{B2ABDFA1-A643-E657-4CB0-A6BC137C9C3C}"/>
              </a:ext>
            </a:extLst>
          </p:cNvPr>
          <p:cNvCxnSpPr>
            <a:cxnSpLocks/>
          </p:cNvCxnSpPr>
          <p:nvPr/>
        </p:nvCxnSpPr>
        <p:spPr bwMode="auto">
          <a:xfrm>
            <a:off x="4914462" y="5429670"/>
            <a:ext cx="1060094"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37" name="直線接點 36">
            <a:extLst>
              <a:ext uri="{FF2B5EF4-FFF2-40B4-BE49-F238E27FC236}">
                <a16:creationId xmlns:a16="http://schemas.microsoft.com/office/drawing/2014/main" id="{E3905A93-C442-8B61-4F87-65DF7F3CF540}"/>
              </a:ext>
            </a:extLst>
          </p:cNvPr>
          <p:cNvCxnSpPr>
            <a:cxnSpLocks/>
          </p:cNvCxnSpPr>
          <p:nvPr/>
        </p:nvCxnSpPr>
        <p:spPr bwMode="auto">
          <a:xfrm flipV="1">
            <a:off x="5988501" y="2466975"/>
            <a:ext cx="0" cy="2962695"/>
          </a:xfrm>
          <a:prstGeom prst="line">
            <a:avLst/>
          </a:prstGeom>
          <a:solidFill>
            <a:schemeClr val="accent1"/>
          </a:solidFill>
          <a:ln w="28575" cap="flat" cmpd="sng" algn="ctr">
            <a:solidFill>
              <a:srgbClr val="FF0000"/>
            </a:solidFill>
            <a:prstDash val="solid"/>
            <a:round/>
            <a:headEnd type="none" w="med" len="med"/>
            <a:tailEnd type="none" w="med" len="med"/>
          </a:ln>
          <a:effectLst/>
        </p:spPr>
      </p:cxnSp>
      <p:sp>
        <p:nvSpPr>
          <p:cNvPr id="41" name="矩形 40">
            <a:extLst>
              <a:ext uri="{FF2B5EF4-FFF2-40B4-BE49-F238E27FC236}">
                <a16:creationId xmlns:a16="http://schemas.microsoft.com/office/drawing/2014/main" id="{1327F55B-A1A0-F747-4FCB-E8D480724AA4}"/>
              </a:ext>
            </a:extLst>
          </p:cNvPr>
          <p:cNvSpPr/>
          <p:nvPr/>
        </p:nvSpPr>
        <p:spPr bwMode="auto">
          <a:xfrm>
            <a:off x="4250529" y="5779899"/>
            <a:ext cx="663931" cy="173226"/>
          </a:xfrm>
          <a:prstGeom prst="rect">
            <a:avLst/>
          </a:prstGeom>
          <a:noFill/>
          <a:ln w="1905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43" name="矩形 42">
            <a:extLst>
              <a:ext uri="{FF2B5EF4-FFF2-40B4-BE49-F238E27FC236}">
                <a16:creationId xmlns:a16="http://schemas.microsoft.com/office/drawing/2014/main" id="{8B28CB35-F5B3-8BF9-F478-3F726BF13E81}"/>
              </a:ext>
            </a:extLst>
          </p:cNvPr>
          <p:cNvSpPr/>
          <p:nvPr/>
        </p:nvSpPr>
        <p:spPr bwMode="auto">
          <a:xfrm>
            <a:off x="1257299" y="5026816"/>
            <a:ext cx="3657161" cy="734034"/>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sp>
        <p:nvSpPr>
          <p:cNvPr id="44" name="矩形 43">
            <a:extLst>
              <a:ext uri="{FF2B5EF4-FFF2-40B4-BE49-F238E27FC236}">
                <a16:creationId xmlns:a16="http://schemas.microsoft.com/office/drawing/2014/main" id="{BB57C154-7FB8-1C37-B99F-3BC9248AACE4}"/>
              </a:ext>
            </a:extLst>
          </p:cNvPr>
          <p:cNvSpPr/>
          <p:nvPr/>
        </p:nvSpPr>
        <p:spPr bwMode="auto">
          <a:xfrm>
            <a:off x="6471874" y="1906403"/>
            <a:ext cx="6513512" cy="1454334"/>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cxnSp>
        <p:nvCxnSpPr>
          <p:cNvPr id="46" name="直線接點 45">
            <a:extLst>
              <a:ext uri="{FF2B5EF4-FFF2-40B4-BE49-F238E27FC236}">
                <a16:creationId xmlns:a16="http://schemas.microsoft.com/office/drawing/2014/main" id="{0D413199-9784-BFBA-61C2-8FE2619AA0BC}"/>
              </a:ext>
            </a:extLst>
          </p:cNvPr>
          <p:cNvCxnSpPr>
            <a:cxnSpLocks/>
          </p:cNvCxnSpPr>
          <p:nvPr/>
        </p:nvCxnSpPr>
        <p:spPr bwMode="auto">
          <a:xfrm>
            <a:off x="5988501" y="2466975"/>
            <a:ext cx="483373"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48" name="直線接點 47">
            <a:extLst>
              <a:ext uri="{FF2B5EF4-FFF2-40B4-BE49-F238E27FC236}">
                <a16:creationId xmlns:a16="http://schemas.microsoft.com/office/drawing/2014/main" id="{28D7FB59-8F04-9CF5-F63A-54B08F2BECD8}"/>
              </a:ext>
            </a:extLst>
          </p:cNvPr>
          <p:cNvCxnSpPr>
            <a:cxnSpLocks/>
          </p:cNvCxnSpPr>
          <p:nvPr/>
        </p:nvCxnSpPr>
        <p:spPr bwMode="auto">
          <a:xfrm>
            <a:off x="4925226" y="5866512"/>
            <a:ext cx="1425225" cy="0"/>
          </a:xfrm>
          <a:prstGeom prst="line">
            <a:avLst/>
          </a:prstGeom>
          <a:solidFill>
            <a:schemeClr val="accent1"/>
          </a:solidFill>
          <a:ln w="28575" cap="flat" cmpd="sng" algn="ctr">
            <a:solidFill>
              <a:srgbClr val="00B050"/>
            </a:solidFill>
            <a:prstDash val="solid"/>
            <a:round/>
            <a:headEnd type="none" w="med" len="med"/>
            <a:tailEnd type="none" w="med" len="med"/>
          </a:ln>
          <a:effectLst/>
        </p:spPr>
      </p:cxnSp>
      <p:cxnSp>
        <p:nvCxnSpPr>
          <p:cNvPr id="49" name="直線接點 48">
            <a:extLst>
              <a:ext uri="{FF2B5EF4-FFF2-40B4-BE49-F238E27FC236}">
                <a16:creationId xmlns:a16="http://schemas.microsoft.com/office/drawing/2014/main" id="{B7826E28-CC1C-ADD8-B554-6D02448304FC}"/>
              </a:ext>
            </a:extLst>
          </p:cNvPr>
          <p:cNvCxnSpPr>
            <a:cxnSpLocks/>
          </p:cNvCxnSpPr>
          <p:nvPr/>
        </p:nvCxnSpPr>
        <p:spPr bwMode="auto">
          <a:xfrm flipV="1">
            <a:off x="6350451" y="3457575"/>
            <a:ext cx="0" cy="2408937"/>
          </a:xfrm>
          <a:prstGeom prst="line">
            <a:avLst/>
          </a:prstGeom>
          <a:solidFill>
            <a:schemeClr val="accent1"/>
          </a:solidFill>
          <a:ln w="28575" cap="flat" cmpd="sng" algn="ctr">
            <a:solidFill>
              <a:srgbClr val="00B050"/>
            </a:solidFill>
            <a:prstDash val="solid"/>
            <a:round/>
            <a:headEnd type="none" w="med" len="med"/>
            <a:tailEnd type="none" w="med" len="med"/>
          </a:ln>
          <a:effectLst/>
        </p:spPr>
      </p:cxnSp>
      <p:cxnSp>
        <p:nvCxnSpPr>
          <p:cNvPr id="52" name="直線接點 51">
            <a:extLst>
              <a:ext uri="{FF2B5EF4-FFF2-40B4-BE49-F238E27FC236}">
                <a16:creationId xmlns:a16="http://schemas.microsoft.com/office/drawing/2014/main" id="{5B6E4F87-0D23-BD1D-73B6-D7C58ADB928E}"/>
              </a:ext>
            </a:extLst>
          </p:cNvPr>
          <p:cNvCxnSpPr>
            <a:cxnSpLocks/>
          </p:cNvCxnSpPr>
          <p:nvPr/>
        </p:nvCxnSpPr>
        <p:spPr bwMode="auto">
          <a:xfrm>
            <a:off x="6350451" y="3457575"/>
            <a:ext cx="121423" cy="0"/>
          </a:xfrm>
          <a:prstGeom prst="line">
            <a:avLst/>
          </a:prstGeom>
          <a:solidFill>
            <a:schemeClr val="accent1"/>
          </a:solidFill>
          <a:ln w="28575" cap="flat" cmpd="sng" algn="ctr">
            <a:solidFill>
              <a:srgbClr val="00B050"/>
            </a:solidFill>
            <a:prstDash val="solid"/>
            <a:round/>
            <a:headEnd type="none" w="med" len="med"/>
            <a:tailEnd type="none" w="med" len="med"/>
          </a:ln>
          <a:effectLst/>
        </p:spPr>
      </p:cxnSp>
      <p:sp>
        <p:nvSpPr>
          <p:cNvPr id="54" name="矩形 53">
            <a:extLst>
              <a:ext uri="{FF2B5EF4-FFF2-40B4-BE49-F238E27FC236}">
                <a16:creationId xmlns:a16="http://schemas.microsoft.com/office/drawing/2014/main" id="{DB59F6FE-E994-855A-261D-C7133959E82C}"/>
              </a:ext>
            </a:extLst>
          </p:cNvPr>
          <p:cNvSpPr/>
          <p:nvPr/>
        </p:nvSpPr>
        <p:spPr bwMode="auto">
          <a:xfrm>
            <a:off x="6471874" y="3429419"/>
            <a:ext cx="6513512" cy="346924"/>
          </a:xfrm>
          <a:prstGeom prst="rect">
            <a:avLst/>
          </a:prstGeom>
          <a:noFill/>
          <a:ln w="1905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Arial" charset="0"/>
              <a:ea typeface="华文楷体" pitchFamily="2" charset="-122"/>
            </a:endParaRPr>
          </a:p>
        </p:txBody>
      </p:sp>
    </p:spTree>
    <p:extLst>
      <p:ext uri="{BB962C8B-B14F-4D97-AF65-F5344CB8AC3E}">
        <p14:creationId xmlns:p14="http://schemas.microsoft.com/office/powerpoint/2010/main" val="43635030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6894CE-7870-1FDC-E936-EB3DE0AF4519}"/>
              </a:ext>
            </a:extLst>
          </p:cNvPr>
          <p:cNvSpPr>
            <a:spLocks noGrp="1"/>
          </p:cNvSpPr>
          <p:nvPr>
            <p:ph type="title"/>
          </p:nvPr>
        </p:nvSpPr>
        <p:spPr/>
        <p:txBody>
          <a:bodyPr/>
          <a:lstStyle/>
          <a:p>
            <a:r>
              <a:rPr lang="zh-TW" altLang="en-US" b="1" dirty="0"/>
              <a:t>識別正確網址與官方</a:t>
            </a:r>
            <a:r>
              <a:rPr lang="en-US" altLang="zh-TW" b="1" dirty="0"/>
              <a:t>APP</a:t>
            </a:r>
            <a:endParaRPr lang="zh-TW" altLang="en-US" b="1" dirty="0"/>
          </a:p>
        </p:txBody>
      </p:sp>
      <p:sp>
        <p:nvSpPr>
          <p:cNvPr id="1031" name="矩形 1030">
            <a:extLst>
              <a:ext uri="{FF2B5EF4-FFF2-40B4-BE49-F238E27FC236}">
                <a16:creationId xmlns:a16="http://schemas.microsoft.com/office/drawing/2014/main" id="{60309530-929D-3AF4-3C50-320C12A190DC}"/>
              </a:ext>
            </a:extLst>
          </p:cNvPr>
          <p:cNvSpPr/>
          <p:nvPr/>
        </p:nvSpPr>
        <p:spPr bwMode="auto">
          <a:xfrm>
            <a:off x="225871" y="770498"/>
            <a:ext cx="11364637" cy="190777"/>
          </a:xfrm>
          <a:prstGeom prst="rect">
            <a:avLst/>
          </a:prstGeom>
          <a:solidFill>
            <a:srgbClr val="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pic>
        <p:nvPicPr>
          <p:cNvPr id="6" name="圖片 5">
            <a:extLst>
              <a:ext uri="{FF2B5EF4-FFF2-40B4-BE49-F238E27FC236}">
                <a16:creationId xmlns:a16="http://schemas.microsoft.com/office/drawing/2014/main" id="{8FAFC0AC-FA8A-791A-55A0-4B4CF292008C}"/>
              </a:ext>
            </a:extLst>
          </p:cNvPr>
          <p:cNvPicPr>
            <a:picLocks noChangeAspect="1"/>
          </p:cNvPicPr>
          <p:nvPr/>
        </p:nvPicPr>
        <p:blipFill>
          <a:blip r:embed="rId3"/>
          <a:stretch>
            <a:fillRect/>
          </a:stretch>
        </p:blipFill>
        <p:spPr>
          <a:xfrm>
            <a:off x="4656059" y="961275"/>
            <a:ext cx="6934449" cy="5218309"/>
          </a:xfrm>
          <a:prstGeom prst="rect">
            <a:avLst/>
          </a:prstGeom>
        </p:spPr>
      </p:pic>
      <p:sp>
        <p:nvSpPr>
          <p:cNvPr id="8" name="文字方塊 7">
            <a:extLst>
              <a:ext uri="{FF2B5EF4-FFF2-40B4-BE49-F238E27FC236}">
                <a16:creationId xmlns:a16="http://schemas.microsoft.com/office/drawing/2014/main" id="{A0C41657-2C37-CA33-DE4C-6F5D43D57E04}"/>
              </a:ext>
            </a:extLst>
          </p:cNvPr>
          <p:cNvSpPr txBox="1"/>
          <p:nvPr/>
        </p:nvSpPr>
        <p:spPr>
          <a:xfrm>
            <a:off x="358605" y="870138"/>
            <a:ext cx="5096668" cy="646331"/>
          </a:xfrm>
          <a:prstGeom prst="rect">
            <a:avLst/>
          </a:prstGeom>
          <a:noFill/>
        </p:spPr>
        <p:txBody>
          <a:bodyPr wrap="square">
            <a:spAutoFit/>
          </a:bodyPr>
          <a:lstStyle/>
          <a:p>
            <a:r>
              <a:rPr lang="zh-TW" altLang="en-US" sz="1800" dirty="0">
                <a:latin typeface="微軟正黑體" panose="020B0604030504040204" pitchFamily="34" charset="-120"/>
                <a:ea typeface="微軟正黑體" panose="020B0604030504040204" pitchFamily="34" charset="-120"/>
              </a:rPr>
              <a:t>需求：有新的識別網址，需增設超連結</a:t>
            </a:r>
            <a:endParaRPr lang="en-US" altLang="zh-TW" sz="1800" dirty="0">
              <a:latin typeface="微軟正黑體" panose="020B0604030504040204" pitchFamily="34" charset="-120"/>
              <a:ea typeface="微軟正黑體" panose="020B0604030504040204" pitchFamily="34" charset="-120"/>
            </a:endParaRPr>
          </a:p>
          <a:p>
            <a:r>
              <a:rPr lang="zh-TW" altLang="en-US" sz="1800" dirty="0">
                <a:latin typeface="微軟正黑體" panose="020B0604030504040204" pitchFamily="34" charset="-120"/>
                <a:ea typeface="微軟正黑體" panose="020B0604030504040204" pitchFamily="34" charset="-120"/>
              </a:rPr>
              <a:t>一共兩組</a:t>
            </a:r>
            <a:endParaRPr lang="en-US" altLang="zh-TW" sz="1800" dirty="0">
              <a:latin typeface="微軟正黑體" panose="020B0604030504040204" pitchFamily="34" charset="-120"/>
              <a:ea typeface="微軟正黑體" panose="020B0604030504040204" pitchFamily="34" charset="-120"/>
            </a:endParaRPr>
          </a:p>
        </p:txBody>
      </p:sp>
      <p:sp>
        <p:nvSpPr>
          <p:cNvPr id="9" name="矩形 8">
            <a:extLst>
              <a:ext uri="{FF2B5EF4-FFF2-40B4-BE49-F238E27FC236}">
                <a16:creationId xmlns:a16="http://schemas.microsoft.com/office/drawing/2014/main" id="{AC84CC68-7129-7275-C356-0A16D43989B4}"/>
              </a:ext>
            </a:extLst>
          </p:cNvPr>
          <p:cNvSpPr/>
          <p:nvPr/>
        </p:nvSpPr>
        <p:spPr bwMode="auto">
          <a:xfrm>
            <a:off x="6250781" y="5162550"/>
            <a:ext cx="2312194" cy="914400"/>
          </a:xfrm>
          <a:prstGeom prst="rect">
            <a:avLst/>
          </a:prstGeom>
          <a:noFill/>
          <a:ln w="381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cxnSp>
        <p:nvCxnSpPr>
          <p:cNvPr id="13" name="直線接點 12">
            <a:extLst>
              <a:ext uri="{FF2B5EF4-FFF2-40B4-BE49-F238E27FC236}">
                <a16:creationId xmlns:a16="http://schemas.microsoft.com/office/drawing/2014/main" id="{6C57E9D6-7B06-6DFA-5528-4B5D2F9D9B23}"/>
              </a:ext>
            </a:extLst>
          </p:cNvPr>
          <p:cNvCxnSpPr>
            <a:cxnSpLocks/>
          </p:cNvCxnSpPr>
          <p:nvPr/>
        </p:nvCxnSpPr>
        <p:spPr bwMode="auto">
          <a:xfrm>
            <a:off x="3590925" y="1209675"/>
            <a:ext cx="828675" cy="0"/>
          </a:xfrm>
          <a:prstGeom prst="line">
            <a:avLst/>
          </a:prstGeom>
          <a:solidFill>
            <a:schemeClr val="accent1"/>
          </a:solidFill>
          <a:ln w="28575" cap="flat" cmpd="sng" algn="ctr">
            <a:solidFill>
              <a:srgbClr val="00B050"/>
            </a:solidFill>
            <a:prstDash val="solid"/>
            <a:round/>
            <a:headEnd type="none" w="med" len="med"/>
            <a:tailEnd type="none" w="med" len="med"/>
          </a:ln>
          <a:effectLst/>
        </p:spPr>
      </p:cxnSp>
      <p:cxnSp>
        <p:nvCxnSpPr>
          <p:cNvPr id="21" name="直線接點 20">
            <a:extLst>
              <a:ext uri="{FF2B5EF4-FFF2-40B4-BE49-F238E27FC236}">
                <a16:creationId xmlns:a16="http://schemas.microsoft.com/office/drawing/2014/main" id="{54CEA1DF-6230-58E2-472B-BA9631BC6CA7}"/>
              </a:ext>
            </a:extLst>
          </p:cNvPr>
          <p:cNvCxnSpPr>
            <a:cxnSpLocks/>
          </p:cNvCxnSpPr>
          <p:nvPr/>
        </p:nvCxnSpPr>
        <p:spPr bwMode="auto">
          <a:xfrm flipH="1">
            <a:off x="4005262" y="1209675"/>
            <a:ext cx="14288" cy="4512709"/>
          </a:xfrm>
          <a:prstGeom prst="line">
            <a:avLst/>
          </a:prstGeom>
          <a:solidFill>
            <a:schemeClr val="accent1"/>
          </a:solidFill>
          <a:ln w="28575" cap="flat" cmpd="sng" algn="ctr">
            <a:solidFill>
              <a:srgbClr val="00B050"/>
            </a:solidFill>
            <a:prstDash val="solid"/>
            <a:round/>
            <a:headEnd type="none" w="med" len="med"/>
            <a:tailEnd type="none" w="med" len="med"/>
          </a:ln>
          <a:effectLst/>
        </p:spPr>
      </p:cxnSp>
      <p:cxnSp>
        <p:nvCxnSpPr>
          <p:cNvPr id="25" name="直線接點 24">
            <a:extLst>
              <a:ext uri="{FF2B5EF4-FFF2-40B4-BE49-F238E27FC236}">
                <a16:creationId xmlns:a16="http://schemas.microsoft.com/office/drawing/2014/main" id="{3BB0658D-4775-8546-4D5E-3799C651CE7C}"/>
              </a:ext>
            </a:extLst>
          </p:cNvPr>
          <p:cNvCxnSpPr>
            <a:cxnSpLocks/>
          </p:cNvCxnSpPr>
          <p:nvPr/>
        </p:nvCxnSpPr>
        <p:spPr bwMode="auto">
          <a:xfrm>
            <a:off x="4005262" y="5722384"/>
            <a:ext cx="2245519" cy="0"/>
          </a:xfrm>
          <a:prstGeom prst="line">
            <a:avLst/>
          </a:prstGeom>
          <a:solidFill>
            <a:schemeClr val="accent1"/>
          </a:solidFill>
          <a:ln w="28575" cap="flat" cmpd="sng" algn="ctr">
            <a:solidFill>
              <a:srgbClr val="00B050"/>
            </a:solidFill>
            <a:prstDash val="solid"/>
            <a:round/>
            <a:headEnd type="none" w="med" len="med"/>
            <a:tailEnd type="none" w="med" len="med"/>
          </a:ln>
          <a:effectLst/>
        </p:spPr>
      </p:cxnSp>
      <p:sp>
        <p:nvSpPr>
          <p:cNvPr id="31" name="文字方塊 30">
            <a:extLst>
              <a:ext uri="{FF2B5EF4-FFF2-40B4-BE49-F238E27FC236}">
                <a16:creationId xmlns:a16="http://schemas.microsoft.com/office/drawing/2014/main" id="{D691D553-8CBB-3E84-8B35-BDD7C6C08E38}"/>
              </a:ext>
            </a:extLst>
          </p:cNvPr>
          <p:cNvSpPr txBox="1"/>
          <p:nvPr/>
        </p:nvSpPr>
        <p:spPr>
          <a:xfrm>
            <a:off x="602457" y="3164208"/>
            <a:ext cx="5976936" cy="261610"/>
          </a:xfrm>
          <a:prstGeom prst="rect">
            <a:avLst/>
          </a:prstGeom>
          <a:noFill/>
        </p:spPr>
        <p:txBody>
          <a:bodyPr wrap="square">
            <a:spAutoFit/>
          </a:bodyPr>
          <a:lstStyle/>
          <a:p>
            <a:r>
              <a:rPr lang="en-US" altLang="zh-TW" sz="1100" dirty="0">
                <a:effectLst/>
                <a:latin typeface="Calibri" panose="020F0502020204030204" pitchFamily="34" charset="0"/>
                <a:ea typeface="新細明體" panose="02020500000000000000" pitchFamily="18" charset="-120"/>
                <a:hlinkClick r:id="rId4">
                  <a:extLst>
                    <a:ext uri="{A12FA001-AC4F-418D-AE19-62706E023703}">
                      <ahyp:hlinkClr xmlns:ahyp="http://schemas.microsoft.com/office/drawing/2018/hyperlinkcolor" val="tx"/>
                    </a:ext>
                  </a:extLst>
                </a:hlinkClick>
              </a:rPr>
              <a:t>https://global.sinopac.com/</a:t>
            </a:r>
            <a:endParaRPr lang="zh-TW" altLang="zh-TW" sz="1100" dirty="0">
              <a:effectLst/>
              <a:latin typeface="Calibri" panose="020F0502020204030204" pitchFamily="34" charset="0"/>
              <a:ea typeface="新細明體" panose="02020500000000000000" pitchFamily="18" charset="-120"/>
            </a:endParaRPr>
          </a:p>
        </p:txBody>
      </p:sp>
      <p:sp>
        <p:nvSpPr>
          <p:cNvPr id="1027" name="文字方塊 1026">
            <a:extLst>
              <a:ext uri="{FF2B5EF4-FFF2-40B4-BE49-F238E27FC236}">
                <a16:creationId xmlns:a16="http://schemas.microsoft.com/office/drawing/2014/main" id="{19106319-954C-6EB1-1400-D04FAA3329B1}"/>
              </a:ext>
            </a:extLst>
          </p:cNvPr>
          <p:cNvSpPr txBox="1"/>
          <p:nvPr/>
        </p:nvSpPr>
        <p:spPr>
          <a:xfrm>
            <a:off x="602457" y="4032574"/>
            <a:ext cx="5976936" cy="261610"/>
          </a:xfrm>
          <a:prstGeom prst="rect">
            <a:avLst/>
          </a:prstGeom>
          <a:noFill/>
        </p:spPr>
        <p:txBody>
          <a:bodyPr wrap="square">
            <a:spAutoFit/>
          </a:bodyPr>
          <a:lstStyle/>
          <a:p>
            <a:r>
              <a:rPr lang="en-US" altLang="zh-TW" sz="1100" dirty="0">
                <a:latin typeface="Calibri" panose="020F0502020204030204" pitchFamily="34" charset="0"/>
                <a:ea typeface="新細明體" panose="02020500000000000000" pitchFamily="18" charset="-120"/>
                <a:hlinkClick r:id="rId5">
                  <a:extLst>
                    <a:ext uri="{A12FA001-AC4F-418D-AE19-62706E023703}">
                      <ahyp:hlinkClr xmlns:ahyp="http://schemas.microsoft.com/office/drawing/2018/hyperlinkcolor" val="tx"/>
                    </a:ext>
                  </a:extLst>
                </a:hlinkClick>
              </a:rPr>
              <a:t>https://ibranch.sinopac.com/</a:t>
            </a:r>
            <a:endParaRPr lang="zh-TW" altLang="zh-TW" sz="1100" dirty="0">
              <a:latin typeface="Calibri" panose="020F0502020204030204" pitchFamily="34" charset="0"/>
              <a:ea typeface="新細明體" panose="02020500000000000000" pitchFamily="18" charset="-120"/>
            </a:endParaRPr>
          </a:p>
        </p:txBody>
      </p:sp>
      <p:sp>
        <p:nvSpPr>
          <p:cNvPr id="1030" name="文字方塊 1029">
            <a:extLst>
              <a:ext uri="{FF2B5EF4-FFF2-40B4-BE49-F238E27FC236}">
                <a16:creationId xmlns:a16="http://schemas.microsoft.com/office/drawing/2014/main" id="{049F8C02-84DA-E7E1-B813-6C15A7B28020}"/>
              </a:ext>
            </a:extLst>
          </p:cNvPr>
          <p:cNvSpPr txBox="1"/>
          <p:nvPr/>
        </p:nvSpPr>
        <p:spPr>
          <a:xfrm>
            <a:off x="602457" y="3770963"/>
            <a:ext cx="5976936" cy="261610"/>
          </a:xfrm>
          <a:prstGeom prst="rect">
            <a:avLst/>
          </a:prstGeom>
          <a:noFill/>
        </p:spPr>
        <p:txBody>
          <a:bodyPr wrap="square">
            <a:spAutoFit/>
          </a:bodyPr>
          <a:lstStyle/>
          <a:p>
            <a:r>
              <a:rPr lang="en-US" altLang="zh-TW" sz="1100" dirty="0" err="1">
                <a:solidFill>
                  <a:srgbClr val="D84E9D"/>
                </a:solidFill>
                <a:latin typeface="Calibri" panose="020F0502020204030204" pitchFamily="34" charset="0"/>
                <a:ea typeface="微軟正黑體" panose="020B0604030504040204" pitchFamily="34" charset="-120"/>
              </a:rPr>
              <a:t>iBranch</a:t>
            </a:r>
            <a:r>
              <a:rPr lang="zh-TW" altLang="zh-TW" sz="1100" dirty="0">
                <a:solidFill>
                  <a:srgbClr val="D84E9D"/>
                </a:solidFill>
                <a:latin typeface="Calibri" panose="020F0502020204030204" pitchFamily="34" charset="0"/>
                <a:ea typeface="微軟正黑體" panose="020B0604030504040204" pitchFamily="34" charset="-120"/>
              </a:rPr>
              <a:t>永豐分行服務網</a:t>
            </a:r>
            <a:r>
              <a:rPr lang="zh-TW" altLang="en-US" sz="1100" dirty="0">
                <a:solidFill>
                  <a:srgbClr val="D84E9D"/>
                </a:solidFill>
                <a:latin typeface="Calibri" panose="020F0502020204030204" pitchFamily="34" charset="0"/>
                <a:ea typeface="微軟正黑體" panose="020B0604030504040204" pitchFamily="34" charset="-120"/>
              </a:rPr>
              <a:t> </a:t>
            </a:r>
          </a:p>
        </p:txBody>
      </p:sp>
      <p:sp>
        <p:nvSpPr>
          <p:cNvPr id="1034" name="文字方塊 1033">
            <a:extLst>
              <a:ext uri="{FF2B5EF4-FFF2-40B4-BE49-F238E27FC236}">
                <a16:creationId xmlns:a16="http://schemas.microsoft.com/office/drawing/2014/main" id="{2F5FDE2B-926B-50A6-F815-D26BFA6EF35F}"/>
              </a:ext>
            </a:extLst>
          </p:cNvPr>
          <p:cNvSpPr txBox="1"/>
          <p:nvPr/>
        </p:nvSpPr>
        <p:spPr>
          <a:xfrm>
            <a:off x="602457" y="2860470"/>
            <a:ext cx="5976936" cy="261610"/>
          </a:xfrm>
          <a:prstGeom prst="rect">
            <a:avLst/>
          </a:prstGeom>
          <a:noFill/>
        </p:spPr>
        <p:txBody>
          <a:bodyPr wrap="square">
            <a:spAutoFit/>
          </a:bodyPr>
          <a:lstStyle/>
          <a:p>
            <a:r>
              <a:rPr lang="zh-TW" altLang="zh-TW" sz="1100" dirty="0">
                <a:solidFill>
                  <a:srgbClr val="D84E9D"/>
                </a:solidFill>
                <a:latin typeface="Calibri" panose="020F0502020204030204" pitchFamily="34" charset="0"/>
                <a:ea typeface="微軟正黑體" panose="020B0604030504040204" pitchFamily="34" charset="-120"/>
              </a:rPr>
              <a:t>永豐寰宇金融網</a:t>
            </a:r>
            <a:endParaRPr lang="zh-TW" altLang="en-US" sz="1100" dirty="0">
              <a:solidFill>
                <a:srgbClr val="D84E9D"/>
              </a:solidFill>
              <a:latin typeface="Calibri" panose="020F0502020204030204" pitchFamily="34" charset="0"/>
              <a:ea typeface="微軟正黑體" panose="020B0604030504040204" pitchFamily="34" charset="-120"/>
            </a:endParaRPr>
          </a:p>
        </p:txBody>
      </p:sp>
      <p:sp>
        <p:nvSpPr>
          <p:cNvPr id="1035" name="矩形 1034">
            <a:extLst>
              <a:ext uri="{FF2B5EF4-FFF2-40B4-BE49-F238E27FC236}">
                <a16:creationId xmlns:a16="http://schemas.microsoft.com/office/drawing/2014/main" id="{0D0D8507-BC97-EEF6-9C8E-15DF40DC5186}"/>
              </a:ext>
            </a:extLst>
          </p:cNvPr>
          <p:cNvSpPr/>
          <p:nvPr/>
        </p:nvSpPr>
        <p:spPr bwMode="auto">
          <a:xfrm>
            <a:off x="594745" y="2860470"/>
            <a:ext cx="1867467" cy="1530554"/>
          </a:xfrm>
          <a:prstGeom prst="rect">
            <a:avLst/>
          </a:prstGeom>
          <a:noFill/>
          <a:ln w="381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cxnSp>
        <p:nvCxnSpPr>
          <p:cNvPr id="1036" name="直線接點 1035">
            <a:extLst>
              <a:ext uri="{FF2B5EF4-FFF2-40B4-BE49-F238E27FC236}">
                <a16:creationId xmlns:a16="http://schemas.microsoft.com/office/drawing/2014/main" id="{68DF724C-9CC7-A653-FAD2-45F70C84E318}"/>
              </a:ext>
            </a:extLst>
          </p:cNvPr>
          <p:cNvCxnSpPr>
            <a:cxnSpLocks/>
          </p:cNvCxnSpPr>
          <p:nvPr/>
        </p:nvCxnSpPr>
        <p:spPr bwMode="auto">
          <a:xfrm>
            <a:off x="2462212" y="3667125"/>
            <a:ext cx="1543050" cy="0"/>
          </a:xfrm>
          <a:prstGeom prst="line">
            <a:avLst/>
          </a:prstGeom>
          <a:solidFill>
            <a:schemeClr val="accent1"/>
          </a:solidFill>
          <a:ln w="28575" cap="flat" cmpd="sng" algn="ctr">
            <a:solidFill>
              <a:srgbClr val="00B050"/>
            </a:solidFill>
            <a:prstDash val="solid"/>
            <a:round/>
            <a:headEnd type="none" w="med" len="med"/>
            <a:tailEnd type="none" w="med" len="med"/>
          </a:ln>
          <a:effectLst/>
        </p:spPr>
      </p:cxnSp>
    </p:spTree>
    <p:extLst>
      <p:ext uri="{BB962C8B-B14F-4D97-AF65-F5344CB8AC3E}">
        <p14:creationId xmlns:p14="http://schemas.microsoft.com/office/powerpoint/2010/main" val="2496001279"/>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6894CE-7870-1FDC-E936-EB3DE0AF4519}"/>
              </a:ext>
            </a:extLst>
          </p:cNvPr>
          <p:cNvSpPr>
            <a:spLocks noGrp="1"/>
          </p:cNvSpPr>
          <p:nvPr>
            <p:ph type="title"/>
          </p:nvPr>
        </p:nvSpPr>
        <p:spPr/>
        <p:txBody>
          <a:bodyPr/>
          <a:lstStyle/>
          <a:p>
            <a:r>
              <a:rPr lang="zh-TW" altLang="en-US" b="1" dirty="0"/>
              <a:t>識別正確網址與官方</a:t>
            </a:r>
            <a:r>
              <a:rPr lang="en-US" altLang="zh-TW" b="1" dirty="0"/>
              <a:t>APP</a:t>
            </a:r>
            <a:endParaRPr lang="zh-TW" altLang="en-US" b="1" dirty="0"/>
          </a:p>
        </p:txBody>
      </p:sp>
      <p:sp>
        <p:nvSpPr>
          <p:cNvPr id="3" name="文字方塊 2">
            <a:extLst>
              <a:ext uri="{FF2B5EF4-FFF2-40B4-BE49-F238E27FC236}">
                <a16:creationId xmlns:a16="http://schemas.microsoft.com/office/drawing/2014/main" id="{F7C2260C-CF25-931E-84A2-EC7E4F53891D}"/>
              </a:ext>
            </a:extLst>
          </p:cNvPr>
          <p:cNvSpPr txBox="1"/>
          <p:nvPr/>
        </p:nvSpPr>
        <p:spPr>
          <a:xfrm>
            <a:off x="358605" y="870138"/>
            <a:ext cx="5096668" cy="923330"/>
          </a:xfrm>
          <a:prstGeom prst="rect">
            <a:avLst/>
          </a:prstGeom>
          <a:noFill/>
        </p:spPr>
        <p:txBody>
          <a:bodyPr wrap="square">
            <a:spAutoFit/>
          </a:bodyPr>
          <a:lstStyle/>
          <a:p>
            <a:r>
              <a:rPr lang="zh-TW" altLang="en-US" sz="1800" dirty="0">
                <a:latin typeface="微軟正黑體" panose="020B0604030504040204" pitchFamily="34" charset="-120"/>
                <a:ea typeface="微軟正黑體" panose="020B0604030504040204" pitchFamily="34" charset="-120"/>
              </a:rPr>
              <a:t>需求：切版新增謹慎識別社群帳號一</a:t>
            </a:r>
            <a:r>
              <a:rPr lang="en-US" altLang="zh-TW" sz="1800" dirty="0">
                <a:latin typeface="微軟正黑體" panose="020B0604030504040204" pitchFamily="34" charset="-120"/>
                <a:ea typeface="微軟正黑體" panose="020B0604030504040204" pitchFamily="34" charset="-120"/>
              </a:rPr>
              <a:t>CUT</a:t>
            </a:r>
          </a:p>
          <a:p>
            <a:r>
              <a:rPr lang="zh-TW" altLang="en-US" sz="1800" dirty="0">
                <a:latin typeface="微軟正黑體" panose="020B0604030504040204" pitchFamily="34" charset="-120"/>
                <a:ea typeface="微軟正黑體" panose="020B0604030504040204" pitchFamily="34" charset="-120"/>
              </a:rPr>
              <a:t>            同步於對應</a:t>
            </a:r>
            <a:r>
              <a:rPr lang="en-US" altLang="zh-TW" sz="1800" dirty="0">
                <a:latin typeface="微軟正黑體" panose="020B0604030504040204" pitchFamily="34" charset="-120"/>
                <a:ea typeface="微軟正黑體" panose="020B0604030504040204" pitchFamily="34" charset="-120"/>
              </a:rPr>
              <a:t>icon</a:t>
            </a:r>
            <a:r>
              <a:rPr lang="zh-TW" altLang="en-US" sz="1800" dirty="0">
                <a:latin typeface="微軟正黑體" panose="020B0604030504040204" pitchFamily="34" charset="-120"/>
                <a:ea typeface="微軟正黑體" panose="020B0604030504040204" pitchFamily="34" charset="-120"/>
              </a:rPr>
              <a:t>內加入超連結</a:t>
            </a:r>
            <a:endParaRPr lang="en-US" altLang="zh-TW" sz="1800" dirty="0">
              <a:latin typeface="微軟正黑體" panose="020B0604030504040204" pitchFamily="34" charset="-120"/>
              <a:ea typeface="微軟正黑體" panose="020B0604030504040204" pitchFamily="34" charset="-120"/>
            </a:endParaRPr>
          </a:p>
          <a:p>
            <a:endParaRPr lang="en-US" altLang="zh-TW" sz="1800" dirty="0">
              <a:latin typeface="微軟正黑體" panose="020B0604030504040204" pitchFamily="34" charset="-120"/>
              <a:ea typeface="微軟正黑體" panose="020B0604030504040204" pitchFamily="34" charset="-120"/>
            </a:endParaRPr>
          </a:p>
        </p:txBody>
      </p:sp>
      <p:pic>
        <p:nvPicPr>
          <p:cNvPr id="5" name="圖片 4">
            <a:extLst>
              <a:ext uri="{FF2B5EF4-FFF2-40B4-BE49-F238E27FC236}">
                <a16:creationId xmlns:a16="http://schemas.microsoft.com/office/drawing/2014/main" id="{2E18C6EC-7264-046E-08B1-4FE31BDD04A7}"/>
              </a:ext>
            </a:extLst>
          </p:cNvPr>
          <p:cNvPicPr>
            <a:picLocks noChangeAspect="1"/>
          </p:cNvPicPr>
          <p:nvPr/>
        </p:nvPicPr>
        <p:blipFill>
          <a:blip r:embed="rId3"/>
          <a:stretch>
            <a:fillRect/>
          </a:stretch>
        </p:blipFill>
        <p:spPr>
          <a:xfrm>
            <a:off x="5174455" y="870139"/>
            <a:ext cx="5169695" cy="5788602"/>
          </a:xfrm>
          <a:prstGeom prst="rect">
            <a:avLst/>
          </a:prstGeom>
        </p:spPr>
      </p:pic>
      <p:sp>
        <p:nvSpPr>
          <p:cNvPr id="10" name="文字方塊 9">
            <a:extLst>
              <a:ext uri="{FF2B5EF4-FFF2-40B4-BE49-F238E27FC236}">
                <a16:creationId xmlns:a16="http://schemas.microsoft.com/office/drawing/2014/main" id="{CFD1E046-555F-9F2E-BD17-F9209C04B527}"/>
              </a:ext>
            </a:extLst>
          </p:cNvPr>
          <p:cNvSpPr txBox="1"/>
          <p:nvPr/>
        </p:nvSpPr>
        <p:spPr>
          <a:xfrm>
            <a:off x="218196" y="1893108"/>
            <a:ext cx="5096668" cy="4185761"/>
          </a:xfrm>
          <a:prstGeom prst="rect">
            <a:avLst/>
          </a:prstGeom>
          <a:noFill/>
        </p:spPr>
        <p:txBody>
          <a:bodyPr wrap="square">
            <a:spAutoFit/>
          </a:bodyPr>
          <a:lstStyle/>
          <a:p>
            <a:pPr rtl="0"/>
            <a:r>
              <a:rPr lang="en-US" altLang="zh-TW" sz="1400" dirty="0">
                <a:effectLst/>
              </a:rPr>
              <a:t>LINE</a:t>
            </a:r>
            <a:r>
              <a:rPr lang="zh-TW" altLang="en-US" sz="1400" dirty="0">
                <a:effectLst/>
              </a:rPr>
              <a:t>官方帳號連結：</a:t>
            </a:r>
            <a:r>
              <a:rPr lang="en-US" altLang="zh-TW" sz="1400" u="sng" dirty="0">
                <a:effectLst/>
                <a:hlinkClick r:id="rId4" tooltip="https://lin.ee/mkcmejy"/>
              </a:rPr>
              <a:t>https://lin.ee/mKcmEJy</a:t>
            </a:r>
            <a:endParaRPr lang="en-US" altLang="zh-TW" sz="1400" dirty="0">
              <a:effectLst/>
            </a:endParaRPr>
          </a:p>
          <a:p>
            <a:pPr rtl="0"/>
            <a:endParaRPr lang="en-US" altLang="zh-TW" sz="1400" dirty="0">
              <a:effectLst/>
            </a:endParaRPr>
          </a:p>
          <a:p>
            <a:pPr rtl="0"/>
            <a:r>
              <a:rPr lang="en-US" altLang="zh-TW" sz="1400" dirty="0">
                <a:effectLst/>
              </a:rPr>
              <a:t>FB_</a:t>
            </a:r>
            <a:r>
              <a:rPr lang="zh-TW" altLang="en-US" sz="1400" dirty="0">
                <a:effectLst/>
              </a:rPr>
              <a:t>永豐銀行：</a:t>
            </a:r>
            <a:r>
              <a:rPr lang="en-US" altLang="zh-TW" sz="1400" u="sng" dirty="0">
                <a:effectLst/>
                <a:hlinkClick r:id="rId5" tooltip="https://www.facebook.com/sinopac"/>
              </a:rPr>
              <a:t>https://www.facebook.com/SinoPac</a:t>
            </a:r>
            <a:endParaRPr lang="en-US" altLang="zh-TW" sz="1400" dirty="0">
              <a:effectLst/>
            </a:endParaRPr>
          </a:p>
          <a:p>
            <a:pPr rtl="0"/>
            <a:r>
              <a:rPr lang="en-US" altLang="zh-TW" sz="1400" dirty="0">
                <a:effectLst/>
              </a:rPr>
              <a:t>FB_DA BOSS</a:t>
            </a:r>
            <a:r>
              <a:rPr lang="zh-TW" altLang="en-US" sz="1400" dirty="0">
                <a:effectLst/>
              </a:rPr>
              <a:t>：</a:t>
            </a:r>
            <a:r>
              <a:rPr lang="en-US" altLang="zh-TW" sz="1400" u="sng" dirty="0">
                <a:effectLst/>
                <a:hlinkClick r:id="rId6" tooltip="https://www.facebook.com/bsibsinopac/"/>
              </a:rPr>
              <a:t>https://www.facebook.com/BSIBsinopac/</a:t>
            </a:r>
            <a:endParaRPr lang="en-US" altLang="zh-TW" sz="1400" dirty="0">
              <a:effectLst/>
            </a:endParaRPr>
          </a:p>
          <a:p>
            <a:pPr rtl="0"/>
            <a:r>
              <a:rPr lang="en-US" altLang="zh-TW" sz="1400" dirty="0">
                <a:effectLst/>
              </a:rPr>
              <a:t>FB_</a:t>
            </a:r>
            <a:r>
              <a:rPr lang="zh-TW" altLang="en-US" sz="1400" dirty="0">
                <a:effectLst/>
              </a:rPr>
              <a:t>永豐</a:t>
            </a:r>
            <a:r>
              <a:rPr lang="en-US" altLang="zh-TW" sz="1400" dirty="0">
                <a:effectLst/>
              </a:rPr>
              <a:t>@</a:t>
            </a:r>
            <a:r>
              <a:rPr lang="zh-TW" altLang="en-US" sz="1400" dirty="0">
                <a:effectLst/>
              </a:rPr>
              <a:t>成大：</a:t>
            </a:r>
            <a:r>
              <a:rPr lang="en-US" altLang="zh-TW" sz="1400" u="sng" dirty="0">
                <a:effectLst/>
                <a:hlinkClick r:id="rId7" tooltip="https://www.facebook.com/nckusinopacbk/"/>
              </a:rPr>
              <a:t>https://www.facebook.com/NCKUsinopacbk</a:t>
            </a:r>
            <a:endParaRPr lang="en-US" altLang="zh-TW" sz="1400" dirty="0">
              <a:effectLst/>
            </a:endParaRPr>
          </a:p>
          <a:p>
            <a:pPr rtl="0"/>
            <a:r>
              <a:rPr lang="en-US" altLang="zh-TW" sz="1400" dirty="0">
                <a:effectLst/>
              </a:rPr>
              <a:t>FB_</a:t>
            </a:r>
            <a:r>
              <a:rPr lang="zh-TW" altLang="en-US" sz="1400" dirty="0">
                <a:effectLst/>
              </a:rPr>
              <a:t>永豐人才</a:t>
            </a:r>
            <a:r>
              <a:rPr lang="en-US" altLang="zh-TW" sz="1400" dirty="0" err="1">
                <a:effectLst/>
              </a:rPr>
              <a:t>SinoPacCareers</a:t>
            </a:r>
            <a:r>
              <a:rPr lang="zh-TW" altLang="en-US" sz="1400" dirty="0">
                <a:effectLst/>
              </a:rPr>
              <a:t>：</a:t>
            </a:r>
            <a:r>
              <a:rPr lang="en-US" altLang="zh-TW" sz="1400" u="sng" dirty="0">
                <a:effectLst/>
                <a:hlinkClick r:id="rId8" tooltip="https://www.facebook.com/sinopaccareers"/>
              </a:rPr>
              <a:t>https://www.facebook.com/SinoPacCareers</a:t>
            </a:r>
            <a:endParaRPr lang="en-US" altLang="zh-TW" sz="1400" dirty="0">
              <a:effectLst/>
            </a:endParaRPr>
          </a:p>
          <a:p>
            <a:pPr rtl="0"/>
            <a:r>
              <a:rPr lang="en-US" altLang="zh-TW" sz="1400" dirty="0" err="1">
                <a:effectLst/>
              </a:rPr>
              <a:t>FB_Bank</a:t>
            </a:r>
            <a:r>
              <a:rPr lang="en-US" altLang="zh-TW" sz="1400" dirty="0">
                <a:effectLst/>
              </a:rPr>
              <a:t> </a:t>
            </a:r>
            <a:r>
              <a:rPr lang="en-US" altLang="zh-TW" sz="1400" dirty="0" err="1">
                <a:effectLst/>
              </a:rPr>
              <a:t>SinoPacVietnam</a:t>
            </a:r>
            <a:r>
              <a:rPr lang="zh-TW" altLang="en-US" sz="1400" dirty="0">
                <a:effectLst/>
              </a:rPr>
              <a:t>：</a:t>
            </a:r>
            <a:r>
              <a:rPr lang="en-US" altLang="zh-TW" sz="1400" u="sng" dirty="0">
                <a:effectLst/>
                <a:hlinkClick r:id="rId9" tooltip="https://www.facebook.com/banksinopacvietnam"/>
              </a:rPr>
              <a:t>https://www.facebook.com/BankSinoPacVietnam</a:t>
            </a:r>
            <a:endParaRPr lang="en-US" altLang="zh-TW" sz="1400" u="sng" dirty="0">
              <a:effectLst/>
            </a:endParaRPr>
          </a:p>
          <a:p>
            <a:pPr rtl="0"/>
            <a:endParaRPr lang="en-US" altLang="zh-TW" sz="1400" dirty="0">
              <a:effectLst/>
            </a:endParaRPr>
          </a:p>
          <a:p>
            <a:pPr rtl="0"/>
            <a:r>
              <a:rPr lang="en-US" altLang="zh-TW" sz="1400" dirty="0">
                <a:effectLst/>
              </a:rPr>
              <a:t>IG_DAWHO Chill </a:t>
            </a:r>
            <a:r>
              <a:rPr lang="zh-TW" altLang="en-US" sz="1400" dirty="0">
                <a:effectLst/>
              </a:rPr>
              <a:t>生活：</a:t>
            </a:r>
            <a:r>
              <a:rPr lang="en-US" altLang="zh-TW" sz="1400" u="sng" dirty="0">
                <a:effectLst/>
                <a:hlinkClick r:id="rId10" tooltip="https://instagram.com/dawho.tw?igshid=1rzs2o66tcgvy"/>
              </a:rPr>
              <a:t>https://instagram.com/dawho.tw?igshid=1rzs2o66tcgvy</a:t>
            </a:r>
            <a:endParaRPr lang="en-US" altLang="zh-TW" sz="1400" dirty="0">
              <a:effectLst/>
            </a:endParaRPr>
          </a:p>
          <a:p>
            <a:pPr rtl="0"/>
            <a:r>
              <a:rPr lang="en-US" altLang="zh-TW" sz="1400" dirty="0">
                <a:effectLst/>
              </a:rPr>
              <a:t>IG_</a:t>
            </a:r>
            <a:r>
              <a:rPr lang="zh-TW" altLang="en-US" sz="1400" dirty="0">
                <a:effectLst/>
              </a:rPr>
              <a:t>永豐信用卡</a:t>
            </a:r>
            <a:r>
              <a:rPr lang="en-US" altLang="zh-TW" sz="1400" dirty="0">
                <a:effectLst/>
              </a:rPr>
              <a:t>|</a:t>
            </a:r>
            <a:r>
              <a:rPr lang="zh-TW" altLang="en-US" sz="1400" dirty="0">
                <a:effectLst/>
              </a:rPr>
              <a:t>刷卡享優惠：</a:t>
            </a:r>
            <a:r>
              <a:rPr lang="en-US" altLang="zh-TW" sz="1400" u="sng" dirty="0">
                <a:effectLst/>
                <a:hlinkClick r:id="rId11" tooltip="https://www.instagram.com/sinopac.card?igsh=bnnhb21xb3lrnw02"/>
              </a:rPr>
              <a:t>https://www.instagram.com/sinopac.card?igsh=bnNhb21xb3lrNW02</a:t>
            </a:r>
            <a:endParaRPr lang="en-US" altLang="zh-TW" sz="1400" u="sng" dirty="0">
              <a:effectLst/>
            </a:endParaRPr>
          </a:p>
          <a:p>
            <a:pPr rtl="0"/>
            <a:endParaRPr lang="en-US" altLang="zh-TW" sz="1400" u="sng" dirty="0"/>
          </a:p>
          <a:p>
            <a:r>
              <a:rPr lang="en-US" altLang="zh-TW" sz="1400" dirty="0">
                <a:effectLst/>
              </a:rPr>
              <a:t>YT</a:t>
            </a:r>
            <a:r>
              <a:rPr lang="zh-TW" altLang="en-US" sz="1400" dirty="0">
                <a:effectLst/>
              </a:rPr>
              <a:t>永豐銀行：</a:t>
            </a:r>
            <a:r>
              <a:rPr lang="en-US" altLang="zh-TW" sz="1400" u="sng" dirty="0">
                <a:effectLst/>
                <a:hlinkClick r:id="rId12" tooltip="https://www.youtube.com/user/mmasinopac"/>
              </a:rPr>
              <a:t>https://www.youtube.com/user/mmasinopac</a:t>
            </a:r>
            <a:endParaRPr lang="en-US" altLang="zh-TW" sz="1400" u="sng" dirty="0">
              <a:effectLst/>
            </a:endParaRPr>
          </a:p>
          <a:p>
            <a:pPr rtl="0"/>
            <a:endParaRPr lang="en-US" altLang="zh-TW" sz="1400" dirty="0">
              <a:effectLst/>
            </a:endParaRPr>
          </a:p>
        </p:txBody>
      </p:sp>
    </p:spTree>
    <p:extLst>
      <p:ext uri="{BB962C8B-B14F-4D97-AF65-F5344CB8AC3E}">
        <p14:creationId xmlns:p14="http://schemas.microsoft.com/office/powerpoint/2010/main" val="251324899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6894CE-7870-1FDC-E936-EB3DE0AF4519}"/>
              </a:ext>
            </a:extLst>
          </p:cNvPr>
          <p:cNvSpPr>
            <a:spLocks noGrp="1"/>
          </p:cNvSpPr>
          <p:nvPr>
            <p:ph type="title"/>
          </p:nvPr>
        </p:nvSpPr>
        <p:spPr/>
        <p:txBody>
          <a:bodyPr/>
          <a:lstStyle/>
          <a:p>
            <a:r>
              <a:rPr lang="zh-TW" altLang="en-US" b="1" dirty="0"/>
              <a:t>識別正確網址與官方</a:t>
            </a:r>
            <a:r>
              <a:rPr lang="en-US" altLang="zh-TW" b="1" dirty="0"/>
              <a:t>APP</a:t>
            </a:r>
            <a:endParaRPr lang="zh-TW" altLang="en-US" b="1" dirty="0"/>
          </a:p>
        </p:txBody>
      </p:sp>
      <p:sp>
        <p:nvSpPr>
          <p:cNvPr id="3" name="文字方塊 2">
            <a:extLst>
              <a:ext uri="{FF2B5EF4-FFF2-40B4-BE49-F238E27FC236}">
                <a16:creationId xmlns:a16="http://schemas.microsoft.com/office/drawing/2014/main" id="{F7C2260C-CF25-931E-84A2-EC7E4F53891D}"/>
              </a:ext>
            </a:extLst>
          </p:cNvPr>
          <p:cNvSpPr txBox="1"/>
          <p:nvPr/>
        </p:nvSpPr>
        <p:spPr>
          <a:xfrm>
            <a:off x="358605" y="1032063"/>
            <a:ext cx="6747045" cy="369332"/>
          </a:xfrm>
          <a:prstGeom prst="rect">
            <a:avLst/>
          </a:prstGeom>
          <a:noFill/>
        </p:spPr>
        <p:txBody>
          <a:bodyPr wrap="square">
            <a:spAutoFit/>
          </a:bodyPr>
          <a:lstStyle/>
          <a:p>
            <a:r>
              <a:rPr lang="zh-TW" altLang="en-US" sz="1800" dirty="0">
                <a:latin typeface="微軟正黑體" panose="020B0604030504040204" pitchFamily="34" charset="-120"/>
                <a:ea typeface="微軟正黑體" panose="020B0604030504040204" pitchFamily="34" charset="-120"/>
              </a:rPr>
              <a:t>需求：小心識別</a:t>
            </a:r>
            <a:r>
              <a:rPr lang="en-US" altLang="zh-TW" sz="1800" dirty="0">
                <a:latin typeface="微軟正黑體" panose="020B0604030504040204" pitchFamily="34" charset="-120"/>
                <a:ea typeface="微軟正黑體" panose="020B0604030504040204" pitchFamily="34" charset="-120"/>
              </a:rPr>
              <a:t>APP</a:t>
            </a:r>
            <a:r>
              <a:rPr lang="zh-TW" altLang="en-US" sz="1800" dirty="0">
                <a:latin typeface="微軟正黑體" panose="020B0604030504040204" pitchFamily="34" charset="-120"/>
                <a:ea typeface="微軟正黑體" panose="020B0604030504040204" pitchFamily="34" charset="-120"/>
              </a:rPr>
              <a:t>處，於切版上需同步新增相關</a:t>
            </a:r>
            <a:r>
              <a:rPr lang="en-US" altLang="zh-TW" sz="1800" dirty="0">
                <a:latin typeface="微軟正黑體" panose="020B0604030504040204" pitchFamily="34" charset="-120"/>
                <a:ea typeface="微軟正黑體" panose="020B0604030504040204" pitchFamily="34" charset="-120"/>
              </a:rPr>
              <a:t>LOGO</a:t>
            </a:r>
          </a:p>
        </p:txBody>
      </p:sp>
      <p:pic>
        <p:nvPicPr>
          <p:cNvPr id="6" name="圖片 5">
            <a:extLst>
              <a:ext uri="{FF2B5EF4-FFF2-40B4-BE49-F238E27FC236}">
                <a16:creationId xmlns:a16="http://schemas.microsoft.com/office/drawing/2014/main" id="{402256B8-BC8E-D009-6CF5-A75668A055C0}"/>
              </a:ext>
            </a:extLst>
          </p:cNvPr>
          <p:cNvPicPr>
            <a:picLocks noChangeAspect="1"/>
          </p:cNvPicPr>
          <p:nvPr/>
        </p:nvPicPr>
        <p:blipFill>
          <a:blip r:embed="rId3"/>
          <a:stretch>
            <a:fillRect/>
          </a:stretch>
        </p:blipFill>
        <p:spPr>
          <a:xfrm>
            <a:off x="445294" y="1808162"/>
            <a:ext cx="7724775" cy="2647950"/>
          </a:xfrm>
          <a:prstGeom prst="rect">
            <a:avLst/>
          </a:prstGeom>
        </p:spPr>
      </p:pic>
      <p:sp>
        <p:nvSpPr>
          <p:cNvPr id="7" name="矩形 6">
            <a:extLst>
              <a:ext uri="{FF2B5EF4-FFF2-40B4-BE49-F238E27FC236}">
                <a16:creationId xmlns:a16="http://schemas.microsoft.com/office/drawing/2014/main" id="{FB5EC305-C617-2C0C-EA1E-75ABCFC5E12C}"/>
              </a:ext>
            </a:extLst>
          </p:cNvPr>
          <p:cNvSpPr/>
          <p:nvPr/>
        </p:nvSpPr>
        <p:spPr bwMode="auto">
          <a:xfrm>
            <a:off x="2831305" y="3448050"/>
            <a:ext cx="3407569" cy="733425"/>
          </a:xfrm>
          <a:prstGeom prst="rect">
            <a:avLst/>
          </a:prstGeom>
          <a:noFill/>
          <a:ln w="381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cxnSp>
        <p:nvCxnSpPr>
          <p:cNvPr id="9" name="直線接點 8">
            <a:extLst>
              <a:ext uri="{FF2B5EF4-FFF2-40B4-BE49-F238E27FC236}">
                <a16:creationId xmlns:a16="http://schemas.microsoft.com/office/drawing/2014/main" id="{99C49801-BDC8-7363-5D72-01B315A57B15}"/>
              </a:ext>
            </a:extLst>
          </p:cNvPr>
          <p:cNvCxnSpPr>
            <a:cxnSpLocks/>
          </p:cNvCxnSpPr>
          <p:nvPr/>
        </p:nvCxnSpPr>
        <p:spPr bwMode="auto">
          <a:xfrm>
            <a:off x="4562475" y="1401395"/>
            <a:ext cx="1676399" cy="0"/>
          </a:xfrm>
          <a:prstGeom prst="line">
            <a:avLst/>
          </a:prstGeom>
          <a:solidFill>
            <a:schemeClr val="accent1"/>
          </a:solidFill>
          <a:ln w="28575" cap="flat" cmpd="sng" algn="ctr">
            <a:solidFill>
              <a:srgbClr val="00B050"/>
            </a:solidFill>
            <a:prstDash val="solid"/>
            <a:round/>
            <a:headEnd type="none" w="med" len="med"/>
            <a:tailEnd type="none" w="med" len="med"/>
          </a:ln>
          <a:effectLst/>
        </p:spPr>
      </p:cxnSp>
      <p:cxnSp>
        <p:nvCxnSpPr>
          <p:cNvPr id="11" name="直線接點 10">
            <a:extLst>
              <a:ext uri="{FF2B5EF4-FFF2-40B4-BE49-F238E27FC236}">
                <a16:creationId xmlns:a16="http://schemas.microsoft.com/office/drawing/2014/main" id="{5CDB9D4C-DB4B-E4BA-9DD0-4063B36785FA}"/>
              </a:ext>
            </a:extLst>
          </p:cNvPr>
          <p:cNvCxnSpPr>
            <a:cxnSpLocks/>
          </p:cNvCxnSpPr>
          <p:nvPr/>
        </p:nvCxnSpPr>
        <p:spPr bwMode="auto">
          <a:xfrm>
            <a:off x="5400674" y="1401395"/>
            <a:ext cx="0" cy="2046655"/>
          </a:xfrm>
          <a:prstGeom prst="line">
            <a:avLst/>
          </a:prstGeom>
          <a:solidFill>
            <a:schemeClr val="accent1"/>
          </a:solidFill>
          <a:ln w="28575" cap="flat" cmpd="sng" algn="ctr">
            <a:solidFill>
              <a:srgbClr val="00B050"/>
            </a:solidFill>
            <a:prstDash val="solid"/>
            <a:round/>
            <a:headEnd type="none" w="med" len="med"/>
            <a:tailEnd type="none" w="med" len="med"/>
          </a:ln>
          <a:effectLst/>
        </p:spPr>
      </p:cxnSp>
    </p:spTree>
    <p:extLst>
      <p:ext uri="{BB962C8B-B14F-4D97-AF65-F5344CB8AC3E}">
        <p14:creationId xmlns:p14="http://schemas.microsoft.com/office/powerpoint/2010/main" val="345809054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6894CE-7870-1FDC-E936-EB3DE0AF4519}"/>
              </a:ext>
            </a:extLst>
          </p:cNvPr>
          <p:cNvSpPr>
            <a:spLocks noGrp="1"/>
          </p:cNvSpPr>
          <p:nvPr>
            <p:ph type="title"/>
          </p:nvPr>
        </p:nvSpPr>
        <p:spPr/>
        <p:txBody>
          <a:bodyPr/>
          <a:lstStyle/>
          <a:p>
            <a:pPr algn="l" fontAlgn="base"/>
            <a:r>
              <a:rPr lang="zh-TW" altLang="en-US" b="1" dirty="0"/>
              <a:t>政府詐騙資訊公告及線上查詢</a:t>
            </a:r>
          </a:p>
        </p:txBody>
      </p:sp>
      <p:cxnSp>
        <p:nvCxnSpPr>
          <p:cNvPr id="6" name="直線接點 5">
            <a:extLst>
              <a:ext uri="{FF2B5EF4-FFF2-40B4-BE49-F238E27FC236}">
                <a16:creationId xmlns:a16="http://schemas.microsoft.com/office/drawing/2014/main" id="{6698829E-AF7C-DB15-E62A-7D7F949C4610}"/>
              </a:ext>
            </a:extLst>
          </p:cNvPr>
          <p:cNvCxnSpPr/>
          <p:nvPr/>
        </p:nvCxnSpPr>
        <p:spPr bwMode="auto">
          <a:xfrm>
            <a:off x="711200" y="1883180"/>
            <a:ext cx="46228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9" name="直線接點 18">
            <a:extLst>
              <a:ext uri="{FF2B5EF4-FFF2-40B4-BE49-F238E27FC236}">
                <a16:creationId xmlns:a16="http://schemas.microsoft.com/office/drawing/2014/main" id="{6DC9A178-C713-35DB-8FB4-98B6ADC3E0F1}"/>
              </a:ext>
            </a:extLst>
          </p:cNvPr>
          <p:cNvCxnSpPr/>
          <p:nvPr/>
        </p:nvCxnSpPr>
        <p:spPr bwMode="auto">
          <a:xfrm>
            <a:off x="6273800" y="1848529"/>
            <a:ext cx="46228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0" name="文字方塊 19">
            <a:extLst>
              <a:ext uri="{FF2B5EF4-FFF2-40B4-BE49-F238E27FC236}">
                <a16:creationId xmlns:a16="http://schemas.microsoft.com/office/drawing/2014/main" id="{58878DFE-F46B-51F4-0713-EAD807586F2F}"/>
              </a:ext>
            </a:extLst>
          </p:cNvPr>
          <p:cNvSpPr txBox="1"/>
          <p:nvPr/>
        </p:nvSpPr>
        <p:spPr>
          <a:xfrm>
            <a:off x="7757545" y="1469015"/>
            <a:ext cx="2031325" cy="369332"/>
          </a:xfrm>
          <a:prstGeom prst="rect">
            <a:avLst/>
          </a:prstGeom>
          <a:noFill/>
        </p:spPr>
        <p:txBody>
          <a:bodyPr wrap="none" rtlCol="0">
            <a:spAutoFit/>
          </a:bodyPr>
          <a:lstStyle/>
          <a:p>
            <a:r>
              <a:rPr lang="zh-TW" altLang="en-US" sz="1800" dirty="0">
                <a:latin typeface="微軟正黑體" panose="020B0604030504040204" pitchFamily="34" charset="-120"/>
                <a:ea typeface="微軟正黑體" panose="020B0604030504040204" pitchFamily="34" charset="-120"/>
              </a:rPr>
              <a:t>需求：新增超連結</a:t>
            </a:r>
          </a:p>
        </p:txBody>
      </p:sp>
      <p:pic>
        <p:nvPicPr>
          <p:cNvPr id="5" name="圖片 4">
            <a:extLst>
              <a:ext uri="{FF2B5EF4-FFF2-40B4-BE49-F238E27FC236}">
                <a16:creationId xmlns:a16="http://schemas.microsoft.com/office/drawing/2014/main" id="{8956BB49-4922-3045-856D-259F00FB0724}"/>
              </a:ext>
            </a:extLst>
          </p:cNvPr>
          <p:cNvPicPr>
            <a:picLocks noChangeAspect="1"/>
          </p:cNvPicPr>
          <p:nvPr/>
        </p:nvPicPr>
        <p:blipFill>
          <a:blip r:embed="rId2"/>
          <a:stretch>
            <a:fillRect/>
          </a:stretch>
        </p:blipFill>
        <p:spPr>
          <a:xfrm>
            <a:off x="680244" y="2137128"/>
            <a:ext cx="4661373" cy="1558572"/>
          </a:xfrm>
          <a:prstGeom prst="rect">
            <a:avLst/>
          </a:prstGeom>
        </p:spPr>
      </p:pic>
      <p:sp>
        <p:nvSpPr>
          <p:cNvPr id="9" name="文字方塊 8">
            <a:extLst>
              <a:ext uri="{FF2B5EF4-FFF2-40B4-BE49-F238E27FC236}">
                <a16:creationId xmlns:a16="http://schemas.microsoft.com/office/drawing/2014/main" id="{4348945A-2F05-045C-5A68-F90D2B4D03F5}"/>
              </a:ext>
            </a:extLst>
          </p:cNvPr>
          <p:cNvSpPr txBox="1"/>
          <p:nvPr/>
        </p:nvSpPr>
        <p:spPr>
          <a:xfrm>
            <a:off x="2145437" y="1479197"/>
            <a:ext cx="877163" cy="369332"/>
          </a:xfrm>
          <a:prstGeom prst="rect">
            <a:avLst/>
          </a:prstGeom>
          <a:noFill/>
        </p:spPr>
        <p:txBody>
          <a:bodyPr wrap="none" rtlCol="0">
            <a:spAutoFit/>
          </a:bodyPr>
          <a:lstStyle/>
          <a:p>
            <a:r>
              <a:rPr lang="zh-TW" altLang="en-US" sz="1800" dirty="0">
                <a:latin typeface="微軟正黑體" panose="020B0604030504040204" pitchFamily="34" charset="-120"/>
                <a:ea typeface="微軟正黑體" panose="020B0604030504040204" pitchFamily="34" charset="-120"/>
              </a:rPr>
              <a:t>調整前</a:t>
            </a:r>
          </a:p>
        </p:txBody>
      </p:sp>
      <p:sp>
        <p:nvSpPr>
          <p:cNvPr id="1031" name="文字方塊 1030">
            <a:extLst>
              <a:ext uri="{FF2B5EF4-FFF2-40B4-BE49-F238E27FC236}">
                <a16:creationId xmlns:a16="http://schemas.microsoft.com/office/drawing/2014/main" id="{2A163F2E-3257-E1D7-43AE-8450E390008D}"/>
              </a:ext>
            </a:extLst>
          </p:cNvPr>
          <p:cNvSpPr txBox="1"/>
          <p:nvPr/>
        </p:nvSpPr>
        <p:spPr>
          <a:xfrm>
            <a:off x="6156969" y="3695700"/>
            <a:ext cx="7010400" cy="261610"/>
          </a:xfrm>
          <a:prstGeom prst="rect">
            <a:avLst/>
          </a:prstGeom>
          <a:noFill/>
        </p:spPr>
        <p:txBody>
          <a:bodyPr wrap="square">
            <a:spAutoFit/>
          </a:bodyPr>
          <a:lstStyle/>
          <a:p>
            <a:pPr marL="228600"/>
            <a:r>
              <a:rPr lang="en-US" altLang="zh-TW" sz="1100" dirty="0">
                <a:hlinkClick r:id="rId3"/>
              </a:rPr>
              <a:t>https://moneywise.fsc.gov.tw/home.jsp?id=24&amp;parentpath=0&amp;type=2</a:t>
            </a:r>
            <a:endParaRPr lang="zh-TW" altLang="zh-TW" sz="1100" dirty="0"/>
          </a:p>
        </p:txBody>
      </p:sp>
      <p:pic>
        <p:nvPicPr>
          <p:cNvPr id="4" name="圖片 3">
            <a:extLst>
              <a:ext uri="{FF2B5EF4-FFF2-40B4-BE49-F238E27FC236}">
                <a16:creationId xmlns:a16="http://schemas.microsoft.com/office/drawing/2014/main" id="{AD300A12-3E45-2FB9-41B3-90DCBCB9B8B8}"/>
              </a:ext>
            </a:extLst>
          </p:cNvPr>
          <p:cNvPicPr>
            <a:picLocks noChangeAspect="1"/>
          </p:cNvPicPr>
          <p:nvPr/>
        </p:nvPicPr>
        <p:blipFill>
          <a:blip r:embed="rId4"/>
          <a:stretch>
            <a:fillRect/>
          </a:stretch>
        </p:blipFill>
        <p:spPr>
          <a:xfrm>
            <a:off x="6273801" y="2052404"/>
            <a:ext cx="4661374" cy="1669101"/>
          </a:xfrm>
          <a:prstGeom prst="rect">
            <a:avLst/>
          </a:prstGeom>
        </p:spPr>
      </p:pic>
      <p:sp>
        <p:nvSpPr>
          <p:cNvPr id="7" name="矩形 6">
            <a:extLst>
              <a:ext uri="{FF2B5EF4-FFF2-40B4-BE49-F238E27FC236}">
                <a16:creationId xmlns:a16="http://schemas.microsoft.com/office/drawing/2014/main" id="{DF9424E1-52A3-CBB1-7DA3-814283E39524}"/>
              </a:ext>
            </a:extLst>
          </p:cNvPr>
          <p:cNvSpPr/>
          <p:nvPr/>
        </p:nvSpPr>
        <p:spPr bwMode="auto">
          <a:xfrm>
            <a:off x="7757545" y="2151137"/>
            <a:ext cx="389073" cy="261610"/>
          </a:xfrm>
          <a:prstGeom prst="rect">
            <a:avLst/>
          </a:prstGeom>
          <a:noFill/>
          <a:ln w="127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10" name="矩形 9">
            <a:extLst>
              <a:ext uri="{FF2B5EF4-FFF2-40B4-BE49-F238E27FC236}">
                <a16:creationId xmlns:a16="http://schemas.microsoft.com/office/drawing/2014/main" id="{C1444E2C-6806-9E2B-4189-8BDE544091B4}"/>
              </a:ext>
            </a:extLst>
          </p:cNvPr>
          <p:cNvSpPr/>
          <p:nvPr/>
        </p:nvSpPr>
        <p:spPr bwMode="auto">
          <a:xfrm>
            <a:off x="8905875" y="2431490"/>
            <a:ext cx="211027" cy="149815"/>
          </a:xfrm>
          <a:prstGeom prst="rect">
            <a:avLst/>
          </a:prstGeom>
          <a:noFill/>
          <a:ln w="127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11" name="矩形 10">
            <a:extLst>
              <a:ext uri="{FF2B5EF4-FFF2-40B4-BE49-F238E27FC236}">
                <a16:creationId xmlns:a16="http://schemas.microsoft.com/office/drawing/2014/main" id="{5424FAAD-70C7-00FF-A8D7-811965AD77C1}"/>
              </a:ext>
            </a:extLst>
          </p:cNvPr>
          <p:cNvSpPr/>
          <p:nvPr/>
        </p:nvSpPr>
        <p:spPr bwMode="auto">
          <a:xfrm>
            <a:off x="8694848" y="2867818"/>
            <a:ext cx="1182577" cy="140260"/>
          </a:xfrm>
          <a:prstGeom prst="rect">
            <a:avLst/>
          </a:prstGeom>
          <a:noFill/>
          <a:ln w="127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cxnSp>
        <p:nvCxnSpPr>
          <p:cNvPr id="12" name="直線接點 11">
            <a:extLst>
              <a:ext uri="{FF2B5EF4-FFF2-40B4-BE49-F238E27FC236}">
                <a16:creationId xmlns:a16="http://schemas.microsoft.com/office/drawing/2014/main" id="{9F23209D-5E7A-4CA2-FA12-4BD3210715E6}"/>
              </a:ext>
            </a:extLst>
          </p:cNvPr>
          <p:cNvCxnSpPr>
            <a:cxnSpLocks/>
          </p:cNvCxnSpPr>
          <p:nvPr/>
        </p:nvCxnSpPr>
        <p:spPr bwMode="auto">
          <a:xfrm>
            <a:off x="8146618" y="2238375"/>
            <a:ext cx="759257" cy="0"/>
          </a:xfrm>
          <a:prstGeom prst="line">
            <a:avLst/>
          </a:prstGeom>
          <a:solidFill>
            <a:schemeClr val="accent1"/>
          </a:solidFill>
          <a:ln w="12700" cap="flat" cmpd="sng" algn="ctr">
            <a:solidFill>
              <a:srgbClr val="00B050"/>
            </a:solidFill>
            <a:prstDash val="solid"/>
            <a:round/>
            <a:headEnd type="none" w="med" len="med"/>
            <a:tailEnd type="none" w="med" len="med"/>
          </a:ln>
          <a:effectLst/>
        </p:spPr>
      </p:cxnSp>
      <p:cxnSp>
        <p:nvCxnSpPr>
          <p:cNvPr id="14" name="直線接點 13">
            <a:extLst>
              <a:ext uri="{FF2B5EF4-FFF2-40B4-BE49-F238E27FC236}">
                <a16:creationId xmlns:a16="http://schemas.microsoft.com/office/drawing/2014/main" id="{7F6AF311-D127-4F57-28E5-BF6DF49CE1B0}"/>
              </a:ext>
            </a:extLst>
          </p:cNvPr>
          <p:cNvCxnSpPr>
            <a:cxnSpLocks/>
            <a:endCxn id="10" idx="1"/>
          </p:cNvCxnSpPr>
          <p:nvPr/>
        </p:nvCxnSpPr>
        <p:spPr bwMode="auto">
          <a:xfrm>
            <a:off x="8889568" y="2238375"/>
            <a:ext cx="16307" cy="268023"/>
          </a:xfrm>
          <a:prstGeom prst="line">
            <a:avLst/>
          </a:prstGeom>
          <a:solidFill>
            <a:schemeClr val="accent1"/>
          </a:solidFill>
          <a:ln w="12700" cap="flat" cmpd="sng" algn="ctr">
            <a:solidFill>
              <a:srgbClr val="00B050"/>
            </a:solidFill>
            <a:prstDash val="solid"/>
            <a:round/>
            <a:headEnd type="none" w="med" len="med"/>
            <a:tailEnd type="none" w="med" len="med"/>
          </a:ln>
          <a:effectLst/>
        </p:spPr>
      </p:cxnSp>
      <p:cxnSp>
        <p:nvCxnSpPr>
          <p:cNvPr id="18" name="直線接點 17">
            <a:extLst>
              <a:ext uri="{FF2B5EF4-FFF2-40B4-BE49-F238E27FC236}">
                <a16:creationId xmlns:a16="http://schemas.microsoft.com/office/drawing/2014/main" id="{A4925315-FB7B-F923-279C-C18D47C9DDC5}"/>
              </a:ext>
            </a:extLst>
          </p:cNvPr>
          <p:cNvCxnSpPr>
            <a:cxnSpLocks/>
          </p:cNvCxnSpPr>
          <p:nvPr/>
        </p:nvCxnSpPr>
        <p:spPr bwMode="auto">
          <a:xfrm>
            <a:off x="9662169" y="2238375"/>
            <a:ext cx="0" cy="617943"/>
          </a:xfrm>
          <a:prstGeom prst="line">
            <a:avLst/>
          </a:prstGeom>
          <a:solidFill>
            <a:schemeClr val="accent1"/>
          </a:solidFill>
          <a:ln w="12700" cap="flat" cmpd="sng" algn="ctr">
            <a:solidFill>
              <a:srgbClr val="00B050"/>
            </a:solidFill>
            <a:prstDash val="solid"/>
            <a:round/>
            <a:headEnd type="none" w="med" len="med"/>
            <a:tailEnd type="none" w="med" len="med"/>
          </a:ln>
          <a:effectLst/>
        </p:spPr>
      </p:cxnSp>
      <p:cxnSp>
        <p:nvCxnSpPr>
          <p:cNvPr id="23" name="直線接點 22">
            <a:extLst>
              <a:ext uri="{FF2B5EF4-FFF2-40B4-BE49-F238E27FC236}">
                <a16:creationId xmlns:a16="http://schemas.microsoft.com/office/drawing/2014/main" id="{80D25F1F-6DAE-1A6B-354C-2D998F159A94}"/>
              </a:ext>
            </a:extLst>
          </p:cNvPr>
          <p:cNvCxnSpPr>
            <a:cxnSpLocks/>
          </p:cNvCxnSpPr>
          <p:nvPr/>
        </p:nvCxnSpPr>
        <p:spPr bwMode="auto">
          <a:xfrm>
            <a:off x="8835867" y="2238375"/>
            <a:ext cx="826302" cy="0"/>
          </a:xfrm>
          <a:prstGeom prst="line">
            <a:avLst/>
          </a:prstGeom>
          <a:solidFill>
            <a:schemeClr val="accent1"/>
          </a:solidFill>
          <a:ln w="12700" cap="flat" cmpd="sng" algn="ctr">
            <a:solidFill>
              <a:srgbClr val="00B050"/>
            </a:solidFill>
            <a:prstDash val="solid"/>
            <a:round/>
            <a:headEnd type="none" w="med" len="med"/>
            <a:tailEnd type="none" w="med" len="med"/>
          </a:ln>
          <a:effectLst/>
        </p:spPr>
      </p:cxnSp>
      <p:sp>
        <p:nvSpPr>
          <p:cNvPr id="29" name="文字方塊 28">
            <a:extLst>
              <a:ext uri="{FF2B5EF4-FFF2-40B4-BE49-F238E27FC236}">
                <a16:creationId xmlns:a16="http://schemas.microsoft.com/office/drawing/2014/main" id="{71A10C73-D7E0-134F-1EB2-5EE8B5CAE91E}"/>
              </a:ext>
            </a:extLst>
          </p:cNvPr>
          <p:cNvSpPr txBox="1"/>
          <p:nvPr/>
        </p:nvSpPr>
        <p:spPr>
          <a:xfrm>
            <a:off x="9678476" y="2060853"/>
            <a:ext cx="1689270" cy="307777"/>
          </a:xfrm>
          <a:prstGeom prst="rect">
            <a:avLst/>
          </a:prstGeom>
          <a:noFill/>
        </p:spPr>
        <p:txBody>
          <a:bodyPr wrap="square">
            <a:spAutoFit/>
          </a:bodyPr>
          <a:lstStyle/>
          <a:p>
            <a:r>
              <a:rPr lang="zh-TW" altLang="en-US" sz="1400" dirty="0">
                <a:solidFill>
                  <a:schemeClr val="bg1"/>
                </a:solidFill>
                <a:latin typeface="微軟正黑體" panose="020B0604030504040204" pitchFamily="34" charset="-120"/>
                <a:ea typeface="微軟正黑體" panose="020B0604030504040204" pitchFamily="34" charset="-120"/>
              </a:rPr>
              <a:t>文字均有調整</a:t>
            </a:r>
            <a:endParaRPr lang="en-US" altLang="zh-TW" sz="1400" dirty="0">
              <a:solidFill>
                <a:schemeClr val="bg1"/>
              </a:solidFill>
              <a:latin typeface="微軟正黑體" panose="020B0604030504040204" pitchFamily="34" charset="-120"/>
              <a:ea typeface="微軟正黑體" panose="020B0604030504040204" pitchFamily="34" charset="-120"/>
            </a:endParaRPr>
          </a:p>
        </p:txBody>
      </p:sp>
      <p:cxnSp>
        <p:nvCxnSpPr>
          <p:cNvPr id="1024" name="直線接點 1023">
            <a:extLst>
              <a:ext uri="{FF2B5EF4-FFF2-40B4-BE49-F238E27FC236}">
                <a16:creationId xmlns:a16="http://schemas.microsoft.com/office/drawing/2014/main" id="{A1670B04-EAA9-7E74-E609-69CC5E8F9AC8}"/>
              </a:ext>
            </a:extLst>
          </p:cNvPr>
          <p:cNvCxnSpPr>
            <a:cxnSpLocks/>
          </p:cNvCxnSpPr>
          <p:nvPr/>
        </p:nvCxnSpPr>
        <p:spPr bwMode="auto">
          <a:xfrm flipH="1">
            <a:off x="8079542" y="2937948"/>
            <a:ext cx="615306" cy="0"/>
          </a:xfrm>
          <a:prstGeom prst="line">
            <a:avLst/>
          </a:prstGeom>
          <a:solidFill>
            <a:schemeClr val="accent1"/>
          </a:solidFill>
          <a:ln w="12700" cap="flat" cmpd="sng" algn="ctr">
            <a:solidFill>
              <a:schemeClr val="bg1"/>
            </a:solidFill>
            <a:prstDash val="solid"/>
            <a:round/>
            <a:headEnd type="none" w="med" len="med"/>
            <a:tailEnd type="none" w="med" len="med"/>
          </a:ln>
          <a:effectLst/>
        </p:spPr>
      </p:cxnSp>
      <p:cxnSp>
        <p:nvCxnSpPr>
          <p:cNvPr id="1026" name="直線接點 1025">
            <a:extLst>
              <a:ext uri="{FF2B5EF4-FFF2-40B4-BE49-F238E27FC236}">
                <a16:creationId xmlns:a16="http://schemas.microsoft.com/office/drawing/2014/main" id="{5A33E805-BDB2-4496-B79D-BAF8DC1A4500}"/>
              </a:ext>
            </a:extLst>
          </p:cNvPr>
          <p:cNvCxnSpPr>
            <a:cxnSpLocks/>
          </p:cNvCxnSpPr>
          <p:nvPr/>
        </p:nvCxnSpPr>
        <p:spPr bwMode="auto">
          <a:xfrm flipV="1">
            <a:off x="8079542" y="2937948"/>
            <a:ext cx="0" cy="757752"/>
          </a:xfrm>
          <a:prstGeom prst="line">
            <a:avLst/>
          </a:prstGeom>
          <a:solidFill>
            <a:schemeClr val="accent1"/>
          </a:solidFill>
          <a:ln w="12700" cap="flat" cmpd="sng" algn="ctr">
            <a:solidFill>
              <a:schemeClr val="bg1"/>
            </a:solidFill>
            <a:prstDash val="solid"/>
            <a:round/>
            <a:headEnd type="arrow" w="med" len="med"/>
            <a:tailEnd type="none" w="med" len="med"/>
          </a:ln>
          <a:effectLst/>
        </p:spPr>
      </p:cxnSp>
      <p:sp>
        <p:nvSpPr>
          <p:cNvPr id="1032" name="文字方塊 1031">
            <a:extLst>
              <a:ext uri="{FF2B5EF4-FFF2-40B4-BE49-F238E27FC236}">
                <a16:creationId xmlns:a16="http://schemas.microsoft.com/office/drawing/2014/main" id="{0B79001D-4835-DEFB-A521-D10199274A9B}"/>
              </a:ext>
            </a:extLst>
          </p:cNvPr>
          <p:cNvSpPr txBox="1"/>
          <p:nvPr/>
        </p:nvSpPr>
        <p:spPr>
          <a:xfrm>
            <a:off x="8110670" y="3403096"/>
            <a:ext cx="1689270" cy="307777"/>
          </a:xfrm>
          <a:prstGeom prst="rect">
            <a:avLst/>
          </a:prstGeom>
          <a:noFill/>
        </p:spPr>
        <p:txBody>
          <a:bodyPr wrap="square">
            <a:spAutoFit/>
          </a:bodyPr>
          <a:lstStyle/>
          <a:p>
            <a:r>
              <a:rPr lang="zh-TW" altLang="en-US" sz="1400" dirty="0">
                <a:solidFill>
                  <a:schemeClr val="bg1"/>
                </a:solidFill>
                <a:latin typeface="微軟正黑體" panose="020B0604030504040204" pitchFamily="34" charset="-120"/>
                <a:ea typeface="微軟正黑體" panose="020B0604030504040204" pitchFamily="34" charset="-120"/>
              </a:rPr>
              <a:t>調整超連結</a:t>
            </a:r>
            <a:endParaRPr lang="en-US" altLang="zh-TW" sz="1400" dirty="0">
              <a:solidFill>
                <a:schemeClr val="bg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306181323"/>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gt;&lt;version val=&quot;14478&quot;/&gt;&lt;partner val=&quot;536&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m_chDecimalSymbol val=&quot;.&quot;&gt;.&lt;/m_chDecimalSymbol&gt;&lt;m_nGroupingDigits val=&quot;3&quot;/&gt;&lt;m_chGroupingSymbol val=&quot;,&quot;&gt;,&lt;/m_chGroupingSymbol&gt;&lt;/m_precDefault&gt;&lt;/CDefaultPrec&gt;&lt;/root&gt;"/>
  <p:tag name="THINKCELLUNDODONOTDELETE" val="1474"/>
</p:tagLst>
</file>

<file path=ppt/tags/tag2.xml><?xml version="1.0" encoding="utf-8"?>
<p:tagLst xmlns:a="http://schemas.openxmlformats.org/drawingml/2006/main" xmlns:r="http://schemas.openxmlformats.org/officeDocument/2006/relationships" xmlns:p="http://schemas.openxmlformats.org/presentationml/2006/main">
  <p:tag name="NAME" val="McK Disclaimer"/>
  <p:tag name="RESIZE" val="Yes"/>
  <p:tag name="LLEFT" val=" 210.125"/>
  <p:tag name="LTOP" val=" 469.875"/>
</p:tagLst>
</file>

<file path=ppt/theme/theme1.xml><?xml version="1.0" encoding="utf-8"?>
<a:theme xmlns:a="http://schemas.openxmlformats.org/drawingml/2006/main" name="Universal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Universal Template">
      <a:majorFont>
        <a:latin typeface="Arial"/>
        <a:ea typeface=""/>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lnDef>
  </a:objectDefaults>
  <a:extraClrSchemeLst>
    <a:extraClrScheme>
      <a:clrScheme name="Universal Template 1">
        <a:dk1>
          <a:srgbClr val="000000"/>
        </a:dk1>
        <a:lt1>
          <a:srgbClr val="FFFFFF"/>
        </a:lt1>
        <a:dk2>
          <a:srgbClr val="000000"/>
        </a:dk2>
        <a:lt2>
          <a:srgbClr val="FFFFFF"/>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Universal Template 2">
        <a:dk1>
          <a:srgbClr val="000000"/>
        </a:dk1>
        <a:lt1>
          <a:srgbClr val="FFFFFF"/>
        </a:lt1>
        <a:dk2>
          <a:srgbClr val="002960"/>
        </a:dk2>
        <a:lt2>
          <a:srgbClr val="FFFFFF"/>
        </a:lt2>
        <a:accent1>
          <a:srgbClr val="C7E0FB"/>
        </a:accent1>
        <a:accent2>
          <a:srgbClr val="91B0FF"/>
        </a:accent2>
        <a:accent3>
          <a:srgbClr val="FFFFFF"/>
        </a:accent3>
        <a:accent4>
          <a:srgbClr val="000000"/>
        </a:accent4>
        <a:accent5>
          <a:srgbClr val="E0EDFD"/>
        </a:accent5>
        <a:accent6>
          <a:srgbClr val="839FE7"/>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Universal Template 3">
        <a:dk1>
          <a:srgbClr val="002960"/>
        </a:dk1>
        <a:lt1>
          <a:srgbClr val="FFFFFF"/>
        </a:lt1>
        <a:dk2>
          <a:srgbClr val="002960"/>
        </a:dk2>
        <a:lt2>
          <a:srgbClr val="FFBE3D"/>
        </a:lt2>
        <a:accent1>
          <a:srgbClr val="0066CC"/>
        </a:accent1>
        <a:accent2>
          <a:srgbClr val="5F8DFF"/>
        </a:accent2>
        <a:accent3>
          <a:srgbClr val="AAACB6"/>
        </a:accent3>
        <a:accent4>
          <a:srgbClr val="DADADA"/>
        </a:accent4>
        <a:accent5>
          <a:srgbClr val="AAB8E2"/>
        </a:accent5>
        <a:accent6>
          <a:srgbClr val="557FE7"/>
        </a:accent6>
        <a:hlink>
          <a:srgbClr val="96C5F8"/>
        </a:hlink>
        <a:folHlink>
          <a:srgbClr val="D8E9FC"/>
        </a:folHlink>
      </a:clrScheme>
      <a:clrMap bg1="dk2" tx1="lt1" bg2="dk1" tx2="lt2" accent1="accent1" accent2="accent2" accent3="accent3" accent4="accent4" accent5="accent5" accent6="accent6" hlink="hlink" folHlink="folHlink"/>
    </a:extraClrScheme>
    <a:extraClrScheme>
      <a:clrScheme name="Universal Template 4">
        <a:dk1>
          <a:srgbClr val="000000"/>
        </a:dk1>
        <a:lt1>
          <a:srgbClr val="FFFFFF"/>
        </a:lt1>
        <a:dk2>
          <a:srgbClr val="000000"/>
        </a:dk2>
        <a:lt2>
          <a:srgbClr val="FFBE3D"/>
        </a:lt2>
        <a:accent1>
          <a:srgbClr val="002960"/>
        </a:accent1>
        <a:accent2>
          <a:srgbClr val="0066CC"/>
        </a:accent2>
        <a:accent3>
          <a:srgbClr val="AAAAAA"/>
        </a:accent3>
        <a:accent4>
          <a:srgbClr val="DADADA"/>
        </a:accent4>
        <a:accent5>
          <a:srgbClr val="AAACB6"/>
        </a:accent5>
        <a:accent6>
          <a:srgbClr val="005CB9"/>
        </a:accent6>
        <a:hlink>
          <a:srgbClr val="91B0FF"/>
        </a:hlink>
        <a:folHlink>
          <a:srgbClr val="C7E0FB"/>
        </a:folHlink>
      </a:clrScheme>
      <a:clrMap bg1="dk2" tx1="lt1" bg2="dk1" tx2="lt2" accent1="accent1" accent2="accent2" accent3="accent3" accent4="accent4" accent5="accent5" accent6="accent6" hlink="hlink" folHlink="folHlink"/>
    </a:extraClrScheme>
    <a:extraClrScheme>
      <a:clrScheme name="Universal Template 5">
        <a:dk1>
          <a:srgbClr val="000000"/>
        </a:dk1>
        <a:lt1>
          <a:srgbClr val="FFFFFF"/>
        </a:lt1>
        <a:dk2>
          <a:srgbClr val="002960"/>
        </a:dk2>
        <a:lt2>
          <a:srgbClr val="FFFFFF"/>
        </a:lt2>
        <a:accent1>
          <a:srgbClr val="C7E0FB"/>
        </a:accent1>
        <a:accent2>
          <a:srgbClr val="FFCC66"/>
        </a:accent2>
        <a:accent3>
          <a:srgbClr val="FFFFFF"/>
        </a:accent3>
        <a:accent4>
          <a:srgbClr val="000000"/>
        </a:accent4>
        <a:accent5>
          <a:srgbClr val="E0EDFD"/>
        </a:accent5>
        <a:accent6>
          <a:srgbClr val="E7B95C"/>
        </a:accent6>
        <a:hlink>
          <a:srgbClr val="4F8636"/>
        </a:hlink>
        <a:folHlink>
          <a:srgbClr val="002960"/>
        </a:folHlink>
      </a:clrScheme>
      <a:clrMap bg1="lt1" tx1="dk1" bg2="lt2" tx2="dk2" accent1="accent1" accent2="accent2" accent3="accent3" accent4="accent4" accent5="accent5" accent6="accent6" hlink="hlink" folHlink="folHlink"/>
    </a:extraClrScheme>
    <a:extraClrScheme>
      <a:clrScheme name="Universal Template 6">
        <a:dk1>
          <a:srgbClr val="002960"/>
        </a:dk1>
        <a:lt1>
          <a:srgbClr val="FFFFFF"/>
        </a:lt1>
        <a:dk2>
          <a:srgbClr val="002960"/>
        </a:dk2>
        <a:lt2>
          <a:srgbClr val="FFBE3D"/>
        </a:lt2>
        <a:accent1>
          <a:srgbClr val="0066CC"/>
        </a:accent1>
        <a:accent2>
          <a:srgbClr val="4F8636"/>
        </a:accent2>
        <a:accent3>
          <a:srgbClr val="AAACB6"/>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7">
        <a:dk1>
          <a:srgbClr val="000000"/>
        </a:dk1>
        <a:lt1>
          <a:srgbClr val="FFFFFF"/>
        </a:lt1>
        <a:dk2>
          <a:srgbClr val="000000"/>
        </a:dk2>
        <a:lt2>
          <a:srgbClr val="FFBE3D"/>
        </a:lt2>
        <a:accent1>
          <a:srgbClr val="0066CC"/>
        </a:accent1>
        <a:accent2>
          <a:srgbClr val="4F8636"/>
        </a:accent2>
        <a:accent3>
          <a:srgbClr val="AAAAAA"/>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8">
        <a:dk1>
          <a:srgbClr val="000000"/>
        </a:dk1>
        <a:lt1>
          <a:srgbClr val="FFFFFF"/>
        </a:lt1>
        <a:dk2>
          <a:srgbClr val="002960"/>
        </a:dk2>
        <a:lt2>
          <a:srgbClr val="FFFFFF"/>
        </a:lt2>
        <a:accent1>
          <a:srgbClr val="C7E0FB"/>
        </a:accent1>
        <a:accent2>
          <a:srgbClr val="C7C293"/>
        </a:accent2>
        <a:accent3>
          <a:srgbClr val="FFFFFF"/>
        </a:accent3>
        <a:accent4>
          <a:srgbClr val="000000"/>
        </a:accent4>
        <a:accent5>
          <a:srgbClr val="E0EDFD"/>
        </a:accent5>
        <a:accent6>
          <a:srgbClr val="B4B085"/>
        </a:accent6>
        <a:hlink>
          <a:srgbClr val="50A2A0"/>
        </a:hlink>
        <a:folHlink>
          <a:srgbClr val="002960"/>
        </a:folHlink>
      </a:clrScheme>
      <a:clrMap bg1="lt1" tx1="dk1" bg2="lt2" tx2="dk2" accent1="accent1" accent2="accent2" accent3="accent3" accent4="accent4" accent5="accent5" accent6="accent6" hlink="hlink" folHlink="folHlink"/>
    </a:extraClrScheme>
    <a:extraClrScheme>
      <a:clrScheme name="Universal Template 9">
        <a:dk1>
          <a:srgbClr val="002960"/>
        </a:dk1>
        <a:lt1>
          <a:srgbClr val="FFFFFF"/>
        </a:lt1>
        <a:dk2>
          <a:srgbClr val="002960"/>
        </a:dk2>
        <a:lt2>
          <a:srgbClr val="FFBE3D"/>
        </a:lt2>
        <a:accent1>
          <a:srgbClr val="0066CC"/>
        </a:accent1>
        <a:accent2>
          <a:srgbClr val="50A2A0"/>
        </a:accent2>
        <a:accent3>
          <a:srgbClr val="AAACB6"/>
        </a:accent3>
        <a:accent4>
          <a:srgbClr val="DADADA"/>
        </a:accent4>
        <a:accent5>
          <a:srgbClr val="AAB8E2"/>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
      <a:clrScheme name="Universal Template 10">
        <a:dk1>
          <a:srgbClr val="000000"/>
        </a:dk1>
        <a:lt1>
          <a:srgbClr val="FFFFFF"/>
        </a:lt1>
        <a:dk2>
          <a:srgbClr val="000000"/>
        </a:dk2>
        <a:lt2>
          <a:srgbClr val="FFBE3D"/>
        </a:lt2>
        <a:accent1>
          <a:srgbClr val="174A7C"/>
        </a:accent1>
        <a:accent2>
          <a:srgbClr val="50A2A0"/>
        </a:accent2>
        <a:accent3>
          <a:srgbClr val="AAAAAA"/>
        </a:accent3>
        <a:accent4>
          <a:srgbClr val="DADADA"/>
        </a:accent4>
        <a:accent5>
          <a:srgbClr val="ABB1BF"/>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000000"/>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Universal Template</Template>
  <TotalTime>24711</TotalTime>
  <Words>630</Words>
  <Application>Microsoft Office PowerPoint</Application>
  <PresentationFormat>自訂</PresentationFormat>
  <Paragraphs>54</Paragraphs>
  <Slides>7</Slides>
  <Notes>3</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7</vt:i4>
      </vt:variant>
    </vt:vector>
  </HeadingPairs>
  <TitlesOfParts>
    <vt:vector size="14" baseType="lpstr">
      <vt:lpstr>Microsoft YaHei</vt:lpstr>
      <vt:lpstr>微軟正黑體</vt:lpstr>
      <vt:lpstr>Arial</vt:lpstr>
      <vt:lpstr>Calibri</vt:lpstr>
      <vt:lpstr>Times New Roman</vt:lpstr>
      <vt:lpstr>Wingdings</vt:lpstr>
      <vt:lpstr>Universal Template</vt:lpstr>
      <vt:lpstr>永豐防詐專區網頁切版調整(切版)</vt:lpstr>
      <vt:lpstr>Header調整</vt:lpstr>
      <vt:lpstr>勇敢反詐快訊</vt:lpstr>
      <vt:lpstr>識別正確網址與官方APP</vt:lpstr>
      <vt:lpstr>識別正確網址與官方APP</vt:lpstr>
      <vt:lpstr>識別正確網址與官方APP</vt:lpstr>
      <vt:lpstr>政府詐騙資訊公告及線上查詢</vt:lpstr>
    </vt:vector>
  </TitlesOfParts>
  <Company>Corporate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Administrator</dc:creator>
  <cp:keywords>Message Universal Template A4</cp:keywords>
  <dc:description>Version 1.1</dc:description>
  <cp:lastModifiedBy>莊瑄平-數位客群部-永豐銀行</cp:lastModifiedBy>
  <cp:revision>1699</cp:revision>
  <cp:lastPrinted>2024-05-07T06:07:51Z</cp:lastPrinted>
  <dcterms:created xsi:type="dcterms:W3CDTF">2005-10-04T01:34:02Z</dcterms:created>
  <dcterms:modified xsi:type="dcterms:W3CDTF">2024-05-14T03:14:44Z</dcterms:modified>
  <cp:category>POT - A4</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Universal Objects">
    <vt:bool>true</vt:bool>
  </property>
  <property fmtid="{D5CDD505-2E9C-101B-9397-08002B2CF9AE}" pid="3" name="McKPaperSize">
    <vt:lpwstr>A4</vt:lpwstr>
  </property>
  <property fmtid="{D5CDD505-2E9C-101B-9397-08002B2CF9AE}" pid="4" name="NotesPageLayout">
    <vt:lpwstr>Message</vt:lpwstr>
  </property>
  <property fmtid="{D5CDD505-2E9C-101B-9397-08002B2CF9AE}" pid="5" name="Event">
    <vt:lpwstr>12th Integration Office Meeting</vt:lpwstr>
  </property>
  <property fmtid="{D5CDD505-2E9C-101B-9397-08002B2CF9AE}" pid="6" name="Delivery Date">
    <vt:lpwstr>December 21, 2005</vt:lpwstr>
  </property>
  <property fmtid="{D5CDD505-2E9C-101B-9397-08002B2CF9AE}" pid="7" name="DocIDinTitle">
    <vt:bool>true</vt:bool>
  </property>
  <property fmtid="{D5CDD505-2E9C-101B-9397-08002B2CF9AE}" pid="8" name="DocIDinSlide">
    <vt:bool>true</vt:bool>
  </property>
  <property fmtid="{D5CDD505-2E9C-101B-9397-08002B2CF9AE}" pid="9" name="DocIDPosition">
    <vt:i4>0</vt:i4>
  </property>
  <property fmtid="{D5CDD505-2E9C-101B-9397-08002B2CF9AE}" pid="10" name="DocID">
    <vt:lpwstr>‹footer›</vt:lpwstr>
  </property>
  <property fmtid="{D5CDD505-2E9C-101B-9397-08002B2CF9AE}" pid="11" name="SWOTitle">
    <vt:lpwstr>Open:20051102 STC v6</vt:lpwstr>
  </property>
  <property fmtid="{D5CDD505-2E9C-101B-9397-08002B2CF9AE}" pid="12" name="Title">
    <vt:lpwstr>Title</vt:lpwstr>
  </property>
  <property fmtid="{D5CDD505-2E9C-101B-9397-08002B2CF9AE}" pid="13" name="Final">
    <vt:bool>true</vt:bool>
  </property>
</Properties>
</file>